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Source Sans 3 ExtraBold"/>
      <p:bold r:id="rId24"/>
      <p:boldItalic r:id="rId25"/>
    </p:embeddedFont>
    <p:embeddedFont>
      <p:font typeface="Source Sans 3 SemiBold"/>
      <p:regular r:id="rId26"/>
      <p:bold r:id="rId27"/>
      <p:italic r:id="rId28"/>
      <p:boldItalic r:id="rId29"/>
    </p:embeddedFont>
    <p:embeddedFont>
      <p:font typeface="Barlow Condensed ExtraBold"/>
      <p:bold r:id="rId30"/>
      <p:boldItalic r:id="rId31"/>
    </p:embeddedFont>
    <p:embeddedFont>
      <p:font typeface="Barlow Condensed"/>
      <p:bold r:id="rId32"/>
      <p:boldItalic r:id="rId33"/>
    </p:embeddedFont>
    <p:embeddedFont>
      <p:font typeface="Source Sans 3"/>
      <p:bold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SourceSans3ExtraBold-bold.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ans3SemiBold-regular.fntdata"/><Relationship Id="rId25" Type="http://schemas.openxmlformats.org/officeDocument/2006/relationships/font" Target="fonts/SourceSans3ExtraBold-boldItalic.fntdata"/><Relationship Id="rId28" Type="http://schemas.openxmlformats.org/officeDocument/2006/relationships/font" Target="fonts/SourceSans3SemiBold-italic.fntdata"/><Relationship Id="rId27" Type="http://schemas.openxmlformats.org/officeDocument/2006/relationships/font" Target="fonts/SourceSans3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ans3Semi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rlowCondensedExtraBold-boldItalic.fntdata"/><Relationship Id="rId30" Type="http://schemas.openxmlformats.org/officeDocument/2006/relationships/font" Target="fonts/BarlowCondensedExtraBold-bold.fntdata"/><Relationship Id="rId11" Type="http://schemas.openxmlformats.org/officeDocument/2006/relationships/slide" Target="slides/slide6.xml"/><Relationship Id="rId33" Type="http://schemas.openxmlformats.org/officeDocument/2006/relationships/font" Target="fonts/BarlowCondensed-boldItalic.fntdata"/><Relationship Id="rId10" Type="http://schemas.openxmlformats.org/officeDocument/2006/relationships/slide" Target="slides/slide5.xml"/><Relationship Id="rId32" Type="http://schemas.openxmlformats.org/officeDocument/2006/relationships/font" Target="fonts/BarlowCondensed-bold.fntdata"/><Relationship Id="rId13" Type="http://schemas.openxmlformats.org/officeDocument/2006/relationships/slide" Target="slides/slide8.xml"/><Relationship Id="rId35" Type="http://schemas.openxmlformats.org/officeDocument/2006/relationships/font" Target="fonts/SourceSans3-boldItalic.fntdata"/><Relationship Id="rId12" Type="http://schemas.openxmlformats.org/officeDocument/2006/relationships/slide" Target="slides/slide7.xml"/><Relationship Id="rId34" Type="http://schemas.openxmlformats.org/officeDocument/2006/relationships/font" Target="fonts/SourceSans3-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409eb7649e7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409eb7649e7_3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409eb7649e7_3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409eb7649e7_3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409eb7649e7_3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409eb7649e7_3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409eb7649e7_3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409eb7649e7_3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409eb7649e7_3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409eb7649e7_3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409eb7649e7_3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409eb7649e7_3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09eb7649e7_3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409eb7649e7_3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409eb7649e7_3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409eb7649e7_3_3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409eb7649e7_3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409eb7649e7_3_3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409eb7649e7_3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409eb7649e7_3_3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409eb7649e7_3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409eb7649e7_3_4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409eb7649e7_3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409eb7649e7_3_4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409eb7649e7_3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409eb7649e7_3_4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409eb7649e7_3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409eb7649e7_3_4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409eb7649e7_3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g409eb7649e7_3_4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409eb7649e7_3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409eb7649e7_3_5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409eb7649e7_3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g409eb7649e7_3_5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409eb7649e7_3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g409eb7649e7_3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3" name="Google Shape;13;p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4" name="Google Shape;14;p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7" name="Google Shape;17;p3"/>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18" name="Google Shape;18;p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9" name="Google Shape;19;p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20" name="Google Shape;20;p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23" name="Google Shape;23;p4"/>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24" name="Google Shape;24;p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25" name="Google Shape;25;p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26" name="Google Shape;26;p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29" name="Google Shape;29;p5"/>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30" name="Google Shape;30;p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31" name="Google Shape;31;p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32" name="Google Shape;32;p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35" name="Google Shape;35;p6"/>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36" name="Google Shape;36;p6"/>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37" name="Google Shape;37;p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38" name="Google Shape;38;p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39" name="Google Shape;39;p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42" name="Google Shape;42;p7"/>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43" name="Google Shape;43;p7"/>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44" name="Google Shape;44;p7"/>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45" name="Google Shape;45;p7"/>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46" name="Google Shape;46;p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47" name="Google Shape;47;p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48" name="Google Shape;48;p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1" name="Google Shape;51;p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2" name="Google Shape;52;p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3" name="Google Shape;53;p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56" name="Google Shape;56;p9"/>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57" name="Google Shape;57;p9"/>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58" name="Google Shape;58;p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0" name="Google Shape;60;p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3" name="Google Shape;63;p10"/>
          <p:cNvSpPr/>
          <p:nvPr>
            <p:ph idx="2" type="pic"/>
          </p:nvPr>
        </p:nvSpPr>
        <p:spPr>
          <a:xfrm>
            <a:off x="896144" y="306388"/>
            <a:ext cx="2743200" cy="2057400"/>
          </a:xfrm>
          <a:prstGeom prst="rect">
            <a:avLst/>
          </a:prstGeom>
          <a:noFill/>
          <a:ln>
            <a:noFill/>
          </a:ln>
        </p:spPr>
      </p:sp>
      <p:sp>
        <p:nvSpPr>
          <p:cNvPr id="64" name="Google Shape;64;p10"/>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65" name="Google Shape;65;p1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6" name="Google Shape;66;p1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7" name="Google Shape;67;p1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0" name="Google Shape;70;p11"/>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71" name="Google Shape;71;p1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2" name="Google Shape;72;p1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3" name="Google Shape;73;p1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6" name="Google Shape;76;p12"/>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77" name="Google Shape;77;p1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8" name="Google Shape;78;p1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9" name="Google Shape;79;p1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7" name="Google Shape;7;p1"/>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9.jpg"/><Relationship Id="rId10" Type="http://schemas.openxmlformats.org/officeDocument/2006/relationships/image" Target="../media/image6.png"/><Relationship Id="rId9"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9.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1.png"/><Relationship Id="rId9"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8.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grpSp>
        <p:nvGrpSpPr>
          <p:cNvPr id="84" name="Google Shape;84;p13"/>
          <p:cNvGrpSpPr/>
          <p:nvPr/>
        </p:nvGrpSpPr>
        <p:grpSpPr>
          <a:xfrm>
            <a:off x="533400" y="666750"/>
            <a:ext cx="3905400" cy="3543450"/>
            <a:chOff x="0" y="0"/>
            <a:chExt cx="3905400" cy="3543450"/>
          </a:xfrm>
        </p:grpSpPr>
        <p:sp>
          <p:nvSpPr>
            <p:cNvPr id="85" name="Google Shape;85;p13"/>
            <p:cNvSpPr/>
            <p:nvPr/>
          </p:nvSpPr>
          <p:spPr>
            <a:xfrm>
              <a:off x="0" y="0"/>
              <a:ext cx="1295400" cy="266700"/>
            </a:xfrm>
            <a:prstGeom prst="roundRect">
              <a:avLst>
                <a:gd fmla="val 14285" name="adj"/>
              </a:avLst>
            </a:prstGeom>
            <a:solidFill>
              <a:srgbClr val="102B43"/>
            </a:solidFill>
            <a:ln cap="flat" cmpd="sng" w="11425">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3"/>
            <p:cNvSpPr txBox="1"/>
            <p:nvPr/>
          </p:nvSpPr>
          <p:spPr>
            <a:xfrm>
              <a:off x="0" y="0"/>
              <a:ext cx="12954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20C7D9"/>
                  </a:solidFill>
                  <a:latin typeface="Source Sans 3"/>
                  <a:ea typeface="Source Sans 3"/>
                  <a:cs typeface="Source Sans 3"/>
                  <a:sym typeface="Source Sans 3"/>
                </a:rPr>
                <a:t>COMPANY PROFILE</a:t>
              </a:r>
              <a:endParaRPr b="1" sz="900">
                <a:solidFill>
                  <a:srgbClr val="20C7D9"/>
                </a:solidFill>
                <a:latin typeface="Source Sans 3"/>
                <a:ea typeface="Source Sans 3"/>
                <a:cs typeface="Source Sans 3"/>
                <a:sym typeface="Source Sans 3"/>
              </a:endParaRPr>
            </a:p>
          </p:txBody>
        </p:sp>
        <p:sp>
          <p:nvSpPr>
            <p:cNvPr id="87" name="Google Shape;87;p13"/>
            <p:cNvSpPr txBox="1"/>
            <p:nvPr/>
          </p:nvSpPr>
          <p:spPr>
            <a:xfrm>
              <a:off x="0" y="457200"/>
              <a:ext cx="39054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4440">
                  <a:solidFill>
                    <a:srgbClr val="20C7D9"/>
                  </a:solidFill>
                  <a:latin typeface="Barlow Condensed ExtraBold"/>
                  <a:ea typeface="Barlow Condensed ExtraBold"/>
                  <a:cs typeface="Barlow Condensed ExtraBold"/>
                  <a:sym typeface="Barlow Condensed ExtraBold"/>
                </a:rPr>
                <a:t>CLM</a:t>
              </a:r>
              <a:endParaRPr b="0" sz="4440">
                <a:solidFill>
                  <a:srgbClr val="20C7D9"/>
                </a:solidFill>
                <a:latin typeface="Barlow Condensed ExtraBold"/>
                <a:ea typeface="Barlow Condensed ExtraBold"/>
                <a:cs typeface="Barlow Condensed ExtraBold"/>
                <a:sym typeface="Barlow Condensed ExtraBold"/>
              </a:endParaRPr>
            </a:p>
            <a:p>
              <a:pPr indent="0" lvl="0" marL="0" rtl="0" algn="l">
                <a:spcBef>
                  <a:spcPts val="150"/>
                </a:spcBef>
                <a:spcAft>
                  <a:spcPts val="0"/>
                </a:spcAft>
                <a:buNone/>
              </a:pPr>
              <a:r>
                <a:rPr b="1" lang="en" sz="3330">
                  <a:solidFill>
                    <a:srgbClr val="FFFFFF"/>
                  </a:solidFill>
                  <a:latin typeface="Barlow Condensed"/>
                  <a:ea typeface="Barlow Condensed"/>
                  <a:cs typeface="Barlow Condensed"/>
                  <a:sym typeface="Barlow Condensed"/>
                </a:rPr>
                <a:t>Electronics Engineering</a:t>
              </a:r>
              <a:endParaRPr b="1" sz="3330">
                <a:solidFill>
                  <a:srgbClr val="FFFFFF"/>
                </a:solidFill>
                <a:latin typeface="Barlow Condensed"/>
                <a:ea typeface="Barlow Condensed"/>
                <a:cs typeface="Barlow Condensed"/>
                <a:sym typeface="Barlow Condensed"/>
              </a:endParaRPr>
            </a:p>
            <a:p>
              <a:pPr indent="0" lvl="0" marL="0" rtl="0" algn="l">
                <a:spcBef>
                  <a:spcPts val="0"/>
                </a:spcBef>
                <a:spcAft>
                  <a:spcPts val="0"/>
                </a:spcAft>
                <a:buNone/>
              </a:pPr>
              <a:r>
                <a:rPr b="1" lang="en" sz="3330">
                  <a:solidFill>
                    <a:srgbClr val="FFFFFF"/>
                  </a:solidFill>
                  <a:latin typeface="Barlow Condensed"/>
                  <a:ea typeface="Barlow Condensed"/>
                  <a:cs typeface="Barlow Condensed"/>
                  <a:sym typeface="Barlow Condensed"/>
                </a:rPr>
                <a:t>Services</a:t>
              </a:r>
              <a:endParaRPr b="1" sz="3330">
                <a:solidFill>
                  <a:srgbClr val="FFFFFF"/>
                </a:solidFill>
                <a:latin typeface="Barlow Condensed"/>
                <a:ea typeface="Barlow Condensed"/>
                <a:cs typeface="Barlow Condensed"/>
                <a:sym typeface="Barlow Condensed"/>
              </a:endParaRPr>
            </a:p>
          </p:txBody>
        </p:sp>
        <p:sp>
          <p:nvSpPr>
            <p:cNvPr id="88" name="Google Shape;88;p13"/>
            <p:cNvSpPr/>
            <p:nvPr/>
          </p:nvSpPr>
          <p:spPr>
            <a:xfrm>
              <a:off x="0" y="2305050"/>
              <a:ext cx="5715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3"/>
            <p:cNvSpPr txBox="1"/>
            <p:nvPr/>
          </p:nvSpPr>
          <p:spPr>
            <a:xfrm>
              <a:off x="0" y="2495550"/>
              <a:ext cx="3714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94A3B8"/>
                  </a:solidFill>
                  <a:latin typeface="Source Sans 3"/>
                  <a:ea typeface="Source Sans 3"/>
                  <a:cs typeface="Source Sans 3"/>
                  <a:sym typeface="Source Sans 3"/>
                </a:rPr>
                <a:t>Technical Solutions for Semiconductor &amp; Manufacturing Industries</a:t>
              </a:r>
              <a:endParaRPr b="0" sz="1300">
                <a:solidFill>
                  <a:srgbClr val="94A3B8"/>
                </a:solidFill>
                <a:latin typeface="Source Sans 3"/>
                <a:ea typeface="Source Sans 3"/>
                <a:cs typeface="Source Sans 3"/>
                <a:sym typeface="Source Sans 3"/>
              </a:endParaRPr>
            </a:p>
          </p:txBody>
        </p:sp>
        <p:grpSp>
          <p:nvGrpSpPr>
            <p:cNvPr id="90" name="Google Shape;90;p13"/>
            <p:cNvGrpSpPr/>
            <p:nvPr/>
          </p:nvGrpSpPr>
          <p:grpSpPr>
            <a:xfrm>
              <a:off x="0" y="3219450"/>
              <a:ext cx="2667000" cy="324000"/>
              <a:chOff x="0" y="0"/>
              <a:chExt cx="2667000" cy="324000"/>
            </a:xfrm>
          </p:grpSpPr>
          <p:sp>
            <p:nvSpPr>
              <p:cNvPr id="91" name="Google Shape;91;p13"/>
              <p:cNvSpPr/>
              <p:nvPr/>
            </p:nvSpPr>
            <p:spPr>
              <a:xfrm>
                <a:off x="0" y="0"/>
                <a:ext cx="2667000" cy="324000"/>
              </a:xfrm>
              <a:prstGeom prst="roundRect">
                <a:avLst>
                  <a:gd fmla="val 17647" name="adj"/>
                </a:avLst>
              </a:prstGeom>
              <a:solidFill>
                <a:srgbClr val="102B43"/>
              </a:solidFill>
              <a:ln cap="flat" cmpd="sng" w="9525">
                <a:solidFill>
                  <a:srgbClr val="145DA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3"/>
              <p:cNvSpPr txBox="1"/>
              <p:nvPr/>
            </p:nvSpPr>
            <p:spPr>
              <a:xfrm>
                <a:off x="0" y="0"/>
                <a:ext cx="26670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CBD5E1"/>
                    </a:solidFill>
                    <a:latin typeface="Source Sans 3"/>
                    <a:ea typeface="Source Sans 3"/>
                    <a:cs typeface="Source Sans 3"/>
                    <a:sym typeface="Source Sans 3"/>
                  </a:rPr>
                  <a:t>ESTABLISHED · JANUARY 10, 2023</a:t>
                </a:r>
                <a:endParaRPr b="1" sz="800">
                  <a:solidFill>
                    <a:srgbClr val="CBD5E1"/>
                  </a:solidFill>
                  <a:latin typeface="Source Sans 3"/>
                  <a:ea typeface="Source Sans 3"/>
                  <a:cs typeface="Source Sans 3"/>
                  <a:sym typeface="Source Sans 3"/>
                </a:endParaRPr>
              </a:p>
            </p:txBody>
          </p:sp>
        </p:grpSp>
      </p:grpSp>
      <p:pic>
        <p:nvPicPr>
          <p:cNvPr id="93" name="Google Shape;93;p13" title="her03.jpg"/>
          <p:cNvPicPr preferRelativeResize="0"/>
          <p:nvPr/>
        </p:nvPicPr>
        <p:blipFill rotWithShape="1">
          <a:blip r:embed="rId4">
            <a:alphaModFix/>
          </a:blip>
          <a:srcRect b="12440" l="27140" r="0" t="3335"/>
          <a:stretch/>
        </p:blipFill>
        <p:spPr>
          <a:xfrm>
            <a:off x="4665075" y="476250"/>
            <a:ext cx="3905403" cy="2520175"/>
          </a:xfrm>
          <a:prstGeom prst="rect">
            <a:avLst/>
          </a:prstGeom>
          <a:noFill/>
          <a:ln>
            <a:noFill/>
          </a:ln>
        </p:spPr>
      </p:pic>
      <p:sp>
        <p:nvSpPr>
          <p:cNvPr id="94" name="Google Shape;94;p13"/>
          <p:cNvSpPr/>
          <p:nvPr/>
        </p:nvSpPr>
        <p:spPr>
          <a:xfrm>
            <a:off x="4665075" y="2996425"/>
            <a:ext cx="3905400" cy="1638900"/>
          </a:xfrm>
          <a:prstGeom prst="rect">
            <a:avLst/>
          </a:prstGeom>
          <a:gradFill>
            <a:gsLst>
              <a:gs pos="0">
                <a:srgbClr val="FFFFFF"/>
              </a:gs>
              <a:gs pos="100000">
                <a:srgbClr val="B3B3B3"/>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5" name="Google Shape;95;p13"/>
          <p:cNvSpPr/>
          <p:nvPr/>
        </p:nvSpPr>
        <p:spPr>
          <a:xfrm>
            <a:off x="4674675" y="2996425"/>
            <a:ext cx="3886200" cy="1638900"/>
          </a:xfrm>
          <a:prstGeom prst="rect">
            <a:avLst/>
          </a:prstGeom>
          <a:gradFill>
            <a:gsLst>
              <a:gs pos="0">
                <a:srgbClr val="FFFFFF"/>
              </a:gs>
              <a:gs pos="100000">
                <a:srgbClr val="B3B3B3"/>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6" name="Google Shape;96;p13" title="asmf.png"/>
          <p:cNvPicPr preferRelativeResize="0"/>
          <p:nvPr/>
        </p:nvPicPr>
        <p:blipFill rotWithShape="1">
          <a:blip r:embed="rId5">
            <a:alphaModFix/>
          </a:blip>
          <a:srcRect b="24373" l="0" r="0" t="25269"/>
          <a:stretch/>
        </p:blipFill>
        <p:spPr>
          <a:xfrm>
            <a:off x="4780700" y="3218225"/>
            <a:ext cx="1040800" cy="394875"/>
          </a:xfrm>
          <a:prstGeom prst="rect">
            <a:avLst/>
          </a:prstGeom>
          <a:noFill/>
          <a:ln>
            <a:noFill/>
          </a:ln>
        </p:spPr>
      </p:pic>
      <p:pic>
        <p:nvPicPr>
          <p:cNvPr id="97" name="Google Shape;97;p13" title="besif.png"/>
          <p:cNvPicPr preferRelativeResize="0"/>
          <p:nvPr/>
        </p:nvPicPr>
        <p:blipFill>
          <a:blip r:embed="rId6">
            <a:alphaModFix/>
          </a:blip>
          <a:stretch>
            <a:fillRect/>
          </a:stretch>
        </p:blipFill>
        <p:spPr>
          <a:xfrm>
            <a:off x="7410400" y="3092063"/>
            <a:ext cx="1113075" cy="647210"/>
          </a:xfrm>
          <a:prstGeom prst="rect">
            <a:avLst/>
          </a:prstGeom>
          <a:noFill/>
          <a:ln>
            <a:noFill/>
          </a:ln>
        </p:spPr>
      </p:pic>
      <p:pic>
        <p:nvPicPr>
          <p:cNvPr id="98" name="Google Shape;98;p13" title="knsf.png"/>
          <p:cNvPicPr preferRelativeResize="0"/>
          <p:nvPr/>
        </p:nvPicPr>
        <p:blipFill>
          <a:blip r:embed="rId7">
            <a:alphaModFix/>
          </a:blip>
          <a:stretch>
            <a:fillRect/>
          </a:stretch>
        </p:blipFill>
        <p:spPr>
          <a:xfrm>
            <a:off x="6095561" y="3076687"/>
            <a:ext cx="1040800" cy="578688"/>
          </a:xfrm>
          <a:prstGeom prst="rect">
            <a:avLst/>
          </a:prstGeom>
          <a:noFill/>
          <a:ln>
            <a:noFill/>
          </a:ln>
        </p:spPr>
      </p:pic>
      <p:pic>
        <p:nvPicPr>
          <p:cNvPr id="99" name="Google Shape;99;p13" title="orthof.png"/>
          <p:cNvPicPr preferRelativeResize="0"/>
          <p:nvPr/>
        </p:nvPicPr>
        <p:blipFill>
          <a:blip r:embed="rId8">
            <a:alphaModFix/>
          </a:blip>
          <a:stretch>
            <a:fillRect/>
          </a:stretch>
        </p:blipFill>
        <p:spPr>
          <a:xfrm>
            <a:off x="6278225" y="3878400"/>
            <a:ext cx="675450" cy="675450"/>
          </a:xfrm>
          <a:prstGeom prst="rect">
            <a:avLst/>
          </a:prstGeom>
          <a:noFill/>
          <a:ln>
            <a:noFill/>
          </a:ln>
        </p:spPr>
      </p:pic>
      <p:pic>
        <p:nvPicPr>
          <p:cNvPr id="100" name="Google Shape;100;p13" title="secf.png"/>
          <p:cNvPicPr preferRelativeResize="0"/>
          <p:nvPr/>
        </p:nvPicPr>
        <p:blipFill rotWithShape="1">
          <a:blip r:embed="rId9">
            <a:alphaModFix/>
          </a:blip>
          <a:srcRect b="29866" l="0" r="0" t="26825"/>
          <a:stretch/>
        </p:blipFill>
        <p:spPr>
          <a:xfrm>
            <a:off x="7495675" y="4031050"/>
            <a:ext cx="854649" cy="370150"/>
          </a:xfrm>
          <a:prstGeom prst="rect">
            <a:avLst/>
          </a:prstGeom>
          <a:noFill/>
          <a:ln>
            <a:noFill/>
          </a:ln>
        </p:spPr>
      </p:pic>
      <p:pic>
        <p:nvPicPr>
          <p:cNvPr id="101" name="Google Shape;101;p13" title="keyencef.png"/>
          <p:cNvPicPr preferRelativeResize="0"/>
          <p:nvPr/>
        </p:nvPicPr>
        <p:blipFill rotWithShape="1">
          <a:blip r:embed="rId10">
            <a:alphaModFix/>
          </a:blip>
          <a:srcRect b="27758" l="22493" r="23043" t="31464"/>
          <a:stretch/>
        </p:blipFill>
        <p:spPr>
          <a:xfrm>
            <a:off x="4711600" y="3978250"/>
            <a:ext cx="1210074" cy="475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105" name="Shape 105"/>
        <p:cNvGrpSpPr/>
        <p:nvPr/>
      </p:nvGrpSpPr>
      <p:grpSpPr>
        <a:xfrm>
          <a:off x="0" y="0"/>
          <a:ext cx="0" cy="0"/>
          <a:chOff x="0" y="0"/>
          <a:chExt cx="0" cy="0"/>
        </a:xfrm>
      </p:grpSpPr>
      <p:grpSp>
        <p:nvGrpSpPr>
          <p:cNvPr id="106" name="Google Shape;106;p14"/>
          <p:cNvGrpSpPr/>
          <p:nvPr/>
        </p:nvGrpSpPr>
        <p:grpSpPr>
          <a:xfrm>
            <a:off x="495300" y="304800"/>
            <a:ext cx="8153400" cy="638250"/>
            <a:chOff x="0" y="0"/>
            <a:chExt cx="8153400" cy="638250"/>
          </a:xfrm>
        </p:grpSpPr>
        <p:sp>
          <p:nvSpPr>
            <p:cNvPr id="107" name="Google Shape;107;p14"/>
            <p:cNvSpPr txBox="1"/>
            <p:nvPr/>
          </p:nvSpPr>
          <p:spPr>
            <a:xfrm>
              <a:off x="0" y="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02</a:t>
              </a:r>
              <a:endParaRPr b="1" sz="800">
                <a:solidFill>
                  <a:srgbClr val="145DA0"/>
                </a:solidFill>
                <a:latin typeface="Source Sans 3"/>
                <a:ea typeface="Source Sans 3"/>
                <a:cs typeface="Source Sans 3"/>
                <a:sym typeface="Source Sans 3"/>
              </a:endParaRPr>
            </a:p>
          </p:txBody>
        </p:sp>
        <p:sp>
          <p:nvSpPr>
            <p:cNvPr id="108" name="Google Shape;108;p14"/>
            <p:cNvSpPr txBox="1"/>
            <p:nvPr/>
          </p:nvSpPr>
          <p:spPr>
            <a:xfrm>
              <a:off x="0" y="209550"/>
              <a:ext cx="571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52534"/>
                  </a:solidFill>
                  <a:latin typeface="Barlow Condensed"/>
                  <a:ea typeface="Barlow Condensed"/>
                  <a:cs typeface="Barlow Condensed"/>
                  <a:sym typeface="Barlow Condensed"/>
                </a:rPr>
                <a:t>Company At A Glance</a:t>
              </a:r>
              <a:endParaRPr b="1" sz="2600">
                <a:solidFill>
                  <a:srgbClr val="152534"/>
                </a:solidFill>
                <a:latin typeface="Barlow Condensed"/>
                <a:ea typeface="Barlow Condensed"/>
                <a:cs typeface="Barlow Condensed"/>
                <a:sym typeface="Barlow Condensed"/>
              </a:endParaRPr>
            </a:p>
          </p:txBody>
        </p:sp>
        <p:sp>
          <p:nvSpPr>
            <p:cNvPr id="109" name="Google Shape;109;p14"/>
            <p:cNvSpPr/>
            <p:nvPr/>
          </p:nvSpPr>
          <p:spPr>
            <a:xfrm>
              <a:off x="6667500" y="142875"/>
              <a:ext cx="14859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0" name="Google Shape;110;p14"/>
          <p:cNvGrpSpPr/>
          <p:nvPr/>
        </p:nvGrpSpPr>
        <p:grpSpPr>
          <a:xfrm>
            <a:off x="495300" y="1095375"/>
            <a:ext cx="1905000" cy="2143200"/>
            <a:chOff x="0" y="0"/>
            <a:chExt cx="1905000" cy="2143200"/>
          </a:xfrm>
        </p:grpSpPr>
        <p:sp>
          <p:nvSpPr>
            <p:cNvPr id="111" name="Google Shape;111;p14"/>
            <p:cNvSpPr/>
            <p:nvPr/>
          </p:nvSpPr>
          <p:spPr>
            <a:xfrm>
              <a:off x="0" y="0"/>
              <a:ext cx="1905000" cy="21432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4"/>
            <p:cNvSpPr/>
            <p:nvPr/>
          </p:nvSpPr>
          <p:spPr>
            <a:xfrm>
              <a:off x="0" y="0"/>
              <a:ext cx="1905000" cy="573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4"/>
            <p:cNvSpPr txBox="1"/>
            <p:nvPr/>
          </p:nvSpPr>
          <p:spPr>
            <a:xfrm>
              <a:off x="171450" y="190500"/>
              <a:ext cx="476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C7D9"/>
                  </a:solidFill>
                  <a:latin typeface="Source Sans 3 ExtraBold"/>
                  <a:ea typeface="Source Sans 3 ExtraBold"/>
                  <a:cs typeface="Source Sans 3 ExtraBold"/>
                  <a:sym typeface="Source Sans 3 ExtraBold"/>
                </a:rPr>
                <a:t>01</a:t>
              </a:r>
              <a:endParaRPr b="0" sz="1100">
                <a:solidFill>
                  <a:srgbClr val="20C7D9"/>
                </a:solidFill>
                <a:latin typeface="Source Sans 3 ExtraBold"/>
                <a:ea typeface="Source Sans 3 ExtraBold"/>
                <a:cs typeface="Source Sans 3 ExtraBold"/>
                <a:sym typeface="Source Sans 3 ExtraBold"/>
              </a:endParaRPr>
            </a:p>
          </p:txBody>
        </p:sp>
        <p:sp>
          <p:nvSpPr>
            <p:cNvPr id="114" name="Google Shape;114;p14"/>
            <p:cNvSpPr txBox="1"/>
            <p:nvPr/>
          </p:nvSpPr>
          <p:spPr>
            <a:xfrm>
              <a:off x="1390650" y="20066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calendar_today</a:t>
              </a:r>
              <a:endParaRPr sz="2000">
                <a:solidFill>
                  <a:srgbClr val="145DA0"/>
                </a:solidFill>
                <a:latin typeface="Material Icons"/>
                <a:ea typeface="Material Icons"/>
                <a:cs typeface="Material Icons"/>
                <a:sym typeface="Material Icons"/>
              </a:endParaRPr>
            </a:p>
          </p:txBody>
        </p:sp>
        <p:sp>
          <p:nvSpPr>
            <p:cNvPr id="115" name="Google Shape;115;p14"/>
            <p:cNvSpPr txBox="1"/>
            <p:nvPr/>
          </p:nvSpPr>
          <p:spPr>
            <a:xfrm>
              <a:off x="171450" y="666750"/>
              <a:ext cx="1562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687785"/>
                  </a:solidFill>
                  <a:latin typeface="Source Sans 3"/>
                  <a:ea typeface="Source Sans 3"/>
                  <a:cs typeface="Source Sans 3"/>
                  <a:sym typeface="Source Sans 3"/>
                </a:rPr>
                <a:t>ESTABLISHED</a:t>
              </a:r>
              <a:endParaRPr b="1" sz="750">
                <a:solidFill>
                  <a:srgbClr val="687785"/>
                </a:solidFill>
                <a:latin typeface="Source Sans 3"/>
                <a:ea typeface="Source Sans 3"/>
                <a:cs typeface="Source Sans 3"/>
                <a:sym typeface="Source Sans 3"/>
              </a:endParaRPr>
            </a:p>
          </p:txBody>
        </p:sp>
        <p:sp>
          <p:nvSpPr>
            <p:cNvPr id="116" name="Google Shape;116;p14"/>
            <p:cNvSpPr txBox="1"/>
            <p:nvPr/>
          </p:nvSpPr>
          <p:spPr>
            <a:xfrm>
              <a:off x="171450" y="904875"/>
              <a:ext cx="1562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January 10, 2023</a:t>
              </a:r>
              <a:endParaRPr b="1" sz="1600">
                <a:solidFill>
                  <a:srgbClr val="152534"/>
                </a:solidFill>
                <a:latin typeface="Barlow Condensed"/>
                <a:ea typeface="Barlow Condensed"/>
                <a:cs typeface="Barlow Condensed"/>
                <a:sym typeface="Barlow Condensed"/>
              </a:endParaRPr>
            </a:p>
          </p:txBody>
        </p:sp>
      </p:grpSp>
      <p:grpSp>
        <p:nvGrpSpPr>
          <p:cNvPr id="117" name="Google Shape;117;p14"/>
          <p:cNvGrpSpPr/>
          <p:nvPr/>
        </p:nvGrpSpPr>
        <p:grpSpPr>
          <a:xfrm>
            <a:off x="2571750" y="1095375"/>
            <a:ext cx="1905000" cy="2143200"/>
            <a:chOff x="0" y="0"/>
            <a:chExt cx="1905000" cy="2143200"/>
          </a:xfrm>
        </p:grpSpPr>
        <p:sp>
          <p:nvSpPr>
            <p:cNvPr id="118" name="Google Shape;118;p14"/>
            <p:cNvSpPr/>
            <p:nvPr/>
          </p:nvSpPr>
          <p:spPr>
            <a:xfrm>
              <a:off x="0" y="0"/>
              <a:ext cx="1905000" cy="21432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4"/>
            <p:cNvSpPr/>
            <p:nvPr/>
          </p:nvSpPr>
          <p:spPr>
            <a:xfrm>
              <a:off x="0" y="0"/>
              <a:ext cx="1905000" cy="573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4"/>
            <p:cNvSpPr txBox="1"/>
            <p:nvPr/>
          </p:nvSpPr>
          <p:spPr>
            <a:xfrm>
              <a:off x="171450" y="190500"/>
              <a:ext cx="476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C7D9"/>
                  </a:solidFill>
                  <a:latin typeface="Source Sans 3 ExtraBold"/>
                  <a:ea typeface="Source Sans 3 ExtraBold"/>
                  <a:cs typeface="Source Sans 3 ExtraBold"/>
                  <a:sym typeface="Source Sans 3 ExtraBold"/>
                </a:rPr>
                <a:t>02</a:t>
              </a:r>
              <a:endParaRPr b="0" sz="1100">
                <a:solidFill>
                  <a:srgbClr val="20C7D9"/>
                </a:solidFill>
                <a:latin typeface="Source Sans 3 ExtraBold"/>
                <a:ea typeface="Source Sans 3 ExtraBold"/>
                <a:cs typeface="Source Sans 3 ExtraBold"/>
                <a:sym typeface="Source Sans 3 ExtraBold"/>
              </a:endParaRPr>
            </a:p>
          </p:txBody>
        </p:sp>
        <p:sp>
          <p:nvSpPr>
            <p:cNvPr id="121" name="Google Shape;121;p14"/>
            <p:cNvSpPr txBox="1"/>
            <p:nvPr/>
          </p:nvSpPr>
          <p:spPr>
            <a:xfrm>
              <a:off x="1390650" y="20066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precision_manufacturing</a:t>
              </a:r>
              <a:endParaRPr sz="2000">
                <a:solidFill>
                  <a:srgbClr val="145DA0"/>
                </a:solidFill>
                <a:latin typeface="Material Icons"/>
                <a:ea typeface="Material Icons"/>
                <a:cs typeface="Material Icons"/>
                <a:sym typeface="Material Icons"/>
              </a:endParaRPr>
            </a:p>
          </p:txBody>
        </p:sp>
        <p:sp>
          <p:nvSpPr>
            <p:cNvPr id="122" name="Google Shape;122;p14"/>
            <p:cNvSpPr txBox="1"/>
            <p:nvPr/>
          </p:nvSpPr>
          <p:spPr>
            <a:xfrm>
              <a:off x="171450" y="666750"/>
              <a:ext cx="1562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687785"/>
                  </a:solidFill>
                  <a:latin typeface="Source Sans 3"/>
                  <a:ea typeface="Source Sans 3"/>
                  <a:cs typeface="Source Sans 3"/>
                  <a:sym typeface="Source Sans 3"/>
                </a:rPr>
                <a:t>INDUSTRY FOCUS</a:t>
              </a:r>
              <a:endParaRPr b="1" sz="750">
                <a:solidFill>
                  <a:srgbClr val="687785"/>
                </a:solidFill>
                <a:latin typeface="Source Sans 3"/>
                <a:ea typeface="Source Sans 3"/>
                <a:cs typeface="Source Sans 3"/>
                <a:sym typeface="Source Sans 3"/>
              </a:endParaRPr>
            </a:p>
          </p:txBody>
        </p:sp>
        <p:sp>
          <p:nvSpPr>
            <p:cNvPr id="123" name="Google Shape;123;p14"/>
            <p:cNvSpPr txBox="1"/>
            <p:nvPr/>
          </p:nvSpPr>
          <p:spPr>
            <a:xfrm>
              <a:off x="171450" y="904875"/>
              <a:ext cx="1562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Semiconductor &amp;</a:t>
              </a:r>
              <a:endParaRPr b="1" sz="1600">
                <a:solidFill>
                  <a:srgbClr val="152534"/>
                </a:solidFill>
                <a:latin typeface="Barlow Condensed"/>
                <a:ea typeface="Barlow Condensed"/>
                <a:cs typeface="Barlow Condensed"/>
                <a:sym typeface="Barlow Condensed"/>
              </a:endParaRPr>
            </a:p>
            <a:p>
              <a:pPr indent="0" lvl="0" marL="0" rtl="0" algn="l">
                <a:spcBef>
                  <a:spcPts val="150"/>
                </a:spcBef>
                <a:spcAft>
                  <a:spcPts val="0"/>
                </a:spcAft>
                <a:buNone/>
              </a:pPr>
              <a:r>
                <a:rPr b="1" lang="en" sz="1600">
                  <a:solidFill>
                    <a:srgbClr val="152534"/>
                  </a:solidFill>
                  <a:latin typeface="Barlow Condensed"/>
                  <a:ea typeface="Barlow Condensed"/>
                  <a:cs typeface="Barlow Condensed"/>
                  <a:sym typeface="Barlow Condensed"/>
                </a:rPr>
                <a:t>Manufacturing</a:t>
              </a:r>
              <a:endParaRPr b="1" sz="1600">
                <a:solidFill>
                  <a:srgbClr val="152534"/>
                </a:solidFill>
                <a:latin typeface="Barlow Condensed"/>
                <a:ea typeface="Barlow Condensed"/>
                <a:cs typeface="Barlow Condensed"/>
                <a:sym typeface="Barlow Condensed"/>
              </a:endParaRPr>
            </a:p>
            <a:p>
              <a:pPr indent="0" lvl="0" marL="0" rtl="0" algn="l">
                <a:spcBef>
                  <a:spcPts val="150"/>
                </a:spcBef>
                <a:spcAft>
                  <a:spcPts val="0"/>
                </a:spcAft>
                <a:buNone/>
              </a:pPr>
              <a:r>
                <a:rPr b="1" lang="en" sz="1600">
                  <a:solidFill>
                    <a:srgbClr val="152534"/>
                  </a:solidFill>
                  <a:latin typeface="Barlow Condensed"/>
                  <a:ea typeface="Barlow Condensed"/>
                  <a:cs typeface="Barlow Condensed"/>
                  <a:sym typeface="Barlow Condensed"/>
                </a:rPr>
                <a:t>Industries</a:t>
              </a:r>
              <a:endParaRPr b="1" sz="1600">
                <a:solidFill>
                  <a:srgbClr val="152534"/>
                </a:solidFill>
                <a:latin typeface="Barlow Condensed"/>
                <a:ea typeface="Barlow Condensed"/>
                <a:cs typeface="Barlow Condensed"/>
                <a:sym typeface="Barlow Condensed"/>
              </a:endParaRPr>
            </a:p>
          </p:txBody>
        </p:sp>
      </p:grpSp>
      <p:grpSp>
        <p:nvGrpSpPr>
          <p:cNvPr id="124" name="Google Shape;124;p14"/>
          <p:cNvGrpSpPr/>
          <p:nvPr/>
        </p:nvGrpSpPr>
        <p:grpSpPr>
          <a:xfrm>
            <a:off x="4648200" y="1095375"/>
            <a:ext cx="1905000" cy="2143200"/>
            <a:chOff x="0" y="0"/>
            <a:chExt cx="1905000" cy="2143200"/>
          </a:xfrm>
        </p:grpSpPr>
        <p:sp>
          <p:nvSpPr>
            <p:cNvPr id="125" name="Google Shape;125;p14"/>
            <p:cNvSpPr/>
            <p:nvPr/>
          </p:nvSpPr>
          <p:spPr>
            <a:xfrm>
              <a:off x="0" y="0"/>
              <a:ext cx="1905000" cy="21432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4"/>
            <p:cNvSpPr/>
            <p:nvPr/>
          </p:nvSpPr>
          <p:spPr>
            <a:xfrm>
              <a:off x="0" y="0"/>
              <a:ext cx="1905000" cy="573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4"/>
            <p:cNvSpPr txBox="1"/>
            <p:nvPr/>
          </p:nvSpPr>
          <p:spPr>
            <a:xfrm>
              <a:off x="171450" y="190500"/>
              <a:ext cx="476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C7D9"/>
                  </a:solidFill>
                  <a:latin typeface="Source Sans 3 ExtraBold"/>
                  <a:ea typeface="Source Sans 3 ExtraBold"/>
                  <a:cs typeface="Source Sans 3 ExtraBold"/>
                  <a:sym typeface="Source Sans 3 ExtraBold"/>
                </a:rPr>
                <a:t>03</a:t>
              </a:r>
              <a:endParaRPr b="0" sz="1100">
                <a:solidFill>
                  <a:srgbClr val="20C7D9"/>
                </a:solidFill>
                <a:latin typeface="Source Sans 3 ExtraBold"/>
                <a:ea typeface="Source Sans 3 ExtraBold"/>
                <a:cs typeface="Source Sans 3 ExtraBold"/>
                <a:sym typeface="Source Sans 3 ExtraBold"/>
              </a:endParaRPr>
            </a:p>
          </p:txBody>
        </p:sp>
        <p:sp>
          <p:nvSpPr>
            <p:cNvPr id="128" name="Google Shape;128;p14"/>
            <p:cNvSpPr txBox="1"/>
            <p:nvPr/>
          </p:nvSpPr>
          <p:spPr>
            <a:xfrm>
              <a:off x="1390650" y="20066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engineering</a:t>
              </a:r>
              <a:endParaRPr sz="2000">
                <a:solidFill>
                  <a:srgbClr val="145DA0"/>
                </a:solidFill>
                <a:latin typeface="Material Icons"/>
                <a:ea typeface="Material Icons"/>
                <a:cs typeface="Material Icons"/>
                <a:sym typeface="Material Icons"/>
              </a:endParaRPr>
            </a:p>
          </p:txBody>
        </p:sp>
        <p:sp>
          <p:nvSpPr>
            <p:cNvPr id="129" name="Google Shape;129;p14"/>
            <p:cNvSpPr txBox="1"/>
            <p:nvPr/>
          </p:nvSpPr>
          <p:spPr>
            <a:xfrm>
              <a:off x="171450" y="666750"/>
              <a:ext cx="1562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687785"/>
                  </a:solidFill>
                  <a:latin typeface="Source Sans 3"/>
                  <a:ea typeface="Source Sans 3"/>
                  <a:cs typeface="Source Sans 3"/>
                  <a:sym typeface="Source Sans 3"/>
                </a:rPr>
                <a:t>CORE FOCUS</a:t>
              </a:r>
              <a:endParaRPr b="1" sz="750">
                <a:solidFill>
                  <a:srgbClr val="687785"/>
                </a:solidFill>
                <a:latin typeface="Source Sans 3"/>
                <a:ea typeface="Source Sans 3"/>
                <a:cs typeface="Source Sans 3"/>
                <a:sym typeface="Source Sans 3"/>
              </a:endParaRPr>
            </a:p>
          </p:txBody>
        </p:sp>
        <p:sp>
          <p:nvSpPr>
            <p:cNvPr id="130" name="Google Shape;130;p14"/>
            <p:cNvSpPr txBox="1"/>
            <p:nvPr/>
          </p:nvSpPr>
          <p:spPr>
            <a:xfrm>
              <a:off x="171450" y="904875"/>
              <a:ext cx="1562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Technical &amp;</a:t>
              </a:r>
              <a:endParaRPr b="1" sz="1600">
                <a:solidFill>
                  <a:srgbClr val="152534"/>
                </a:solidFill>
                <a:latin typeface="Barlow Condensed"/>
                <a:ea typeface="Barlow Condensed"/>
                <a:cs typeface="Barlow Condensed"/>
                <a:sym typeface="Barlow Condensed"/>
              </a:endParaRPr>
            </a:p>
            <a:p>
              <a:pPr indent="0" lvl="0" marL="0" rtl="0" algn="l">
                <a:spcBef>
                  <a:spcPts val="150"/>
                </a:spcBef>
                <a:spcAft>
                  <a:spcPts val="0"/>
                </a:spcAft>
                <a:buNone/>
              </a:pPr>
              <a:r>
                <a:rPr b="1" lang="en" sz="1600">
                  <a:solidFill>
                    <a:srgbClr val="152534"/>
                  </a:solidFill>
                  <a:latin typeface="Barlow Condensed"/>
                  <a:ea typeface="Barlow Condensed"/>
                  <a:cs typeface="Barlow Condensed"/>
                  <a:sym typeface="Barlow Condensed"/>
                </a:rPr>
                <a:t>Engineering</a:t>
              </a:r>
              <a:endParaRPr b="1" sz="1600">
                <a:solidFill>
                  <a:srgbClr val="152534"/>
                </a:solidFill>
                <a:latin typeface="Barlow Condensed"/>
                <a:ea typeface="Barlow Condensed"/>
                <a:cs typeface="Barlow Condensed"/>
                <a:sym typeface="Barlow Condensed"/>
              </a:endParaRPr>
            </a:p>
            <a:p>
              <a:pPr indent="0" lvl="0" marL="0" rtl="0" algn="l">
                <a:spcBef>
                  <a:spcPts val="150"/>
                </a:spcBef>
                <a:spcAft>
                  <a:spcPts val="0"/>
                </a:spcAft>
                <a:buNone/>
              </a:pPr>
              <a:r>
                <a:rPr b="1" lang="en" sz="1600">
                  <a:solidFill>
                    <a:srgbClr val="152534"/>
                  </a:solidFill>
                  <a:latin typeface="Barlow Condensed"/>
                  <a:ea typeface="Barlow Condensed"/>
                  <a:cs typeface="Barlow Condensed"/>
                  <a:sym typeface="Barlow Condensed"/>
                </a:rPr>
                <a:t>Services</a:t>
              </a:r>
              <a:endParaRPr b="1" sz="1600">
                <a:solidFill>
                  <a:srgbClr val="152534"/>
                </a:solidFill>
                <a:latin typeface="Barlow Condensed"/>
                <a:ea typeface="Barlow Condensed"/>
                <a:cs typeface="Barlow Condensed"/>
                <a:sym typeface="Barlow Condensed"/>
              </a:endParaRPr>
            </a:p>
          </p:txBody>
        </p:sp>
      </p:grpSp>
      <p:grpSp>
        <p:nvGrpSpPr>
          <p:cNvPr id="131" name="Google Shape;131;p14"/>
          <p:cNvGrpSpPr/>
          <p:nvPr/>
        </p:nvGrpSpPr>
        <p:grpSpPr>
          <a:xfrm>
            <a:off x="6724650" y="1095375"/>
            <a:ext cx="1905000" cy="2143200"/>
            <a:chOff x="0" y="0"/>
            <a:chExt cx="1905000" cy="2143200"/>
          </a:xfrm>
        </p:grpSpPr>
        <p:sp>
          <p:nvSpPr>
            <p:cNvPr id="132" name="Google Shape;132;p14"/>
            <p:cNvSpPr/>
            <p:nvPr/>
          </p:nvSpPr>
          <p:spPr>
            <a:xfrm>
              <a:off x="0" y="0"/>
              <a:ext cx="1905000" cy="21432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4"/>
            <p:cNvSpPr/>
            <p:nvPr/>
          </p:nvSpPr>
          <p:spPr>
            <a:xfrm>
              <a:off x="0" y="0"/>
              <a:ext cx="1905000" cy="573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4"/>
            <p:cNvSpPr txBox="1"/>
            <p:nvPr/>
          </p:nvSpPr>
          <p:spPr>
            <a:xfrm>
              <a:off x="171450" y="190500"/>
              <a:ext cx="476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0C7D9"/>
                  </a:solidFill>
                  <a:latin typeface="Source Sans 3 ExtraBold"/>
                  <a:ea typeface="Source Sans 3 ExtraBold"/>
                  <a:cs typeface="Source Sans 3 ExtraBold"/>
                  <a:sym typeface="Source Sans 3 ExtraBold"/>
                </a:rPr>
                <a:t>04</a:t>
              </a:r>
              <a:endParaRPr b="0" sz="1100">
                <a:solidFill>
                  <a:srgbClr val="20C7D9"/>
                </a:solidFill>
                <a:latin typeface="Source Sans 3 ExtraBold"/>
                <a:ea typeface="Source Sans 3 ExtraBold"/>
                <a:cs typeface="Source Sans 3 ExtraBold"/>
                <a:sym typeface="Source Sans 3 ExtraBold"/>
              </a:endParaRPr>
            </a:p>
          </p:txBody>
        </p:sp>
        <p:sp>
          <p:nvSpPr>
            <p:cNvPr id="135" name="Google Shape;135;p14"/>
            <p:cNvSpPr txBox="1"/>
            <p:nvPr/>
          </p:nvSpPr>
          <p:spPr>
            <a:xfrm>
              <a:off x="1390650" y="20066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verified</a:t>
              </a:r>
              <a:endParaRPr sz="2000">
                <a:solidFill>
                  <a:srgbClr val="145DA0"/>
                </a:solidFill>
                <a:latin typeface="Material Icons"/>
                <a:ea typeface="Material Icons"/>
                <a:cs typeface="Material Icons"/>
                <a:sym typeface="Material Icons"/>
              </a:endParaRPr>
            </a:p>
          </p:txBody>
        </p:sp>
        <p:sp>
          <p:nvSpPr>
            <p:cNvPr id="136" name="Google Shape;136;p14"/>
            <p:cNvSpPr txBox="1"/>
            <p:nvPr/>
          </p:nvSpPr>
          <p:spPr>
            <a:xfrm>
              <a:off x="171450" y="666750"/>
              <a:ext cx="1562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50">
                  <a:solidFill>
                    <a:srgbClr val="687785"/>
                  </a:solidFill>
                  <a:latin typeface="Source Sans 3"/>
                  <a:ea typeface="Source Sans 3"/>
                  <a:cs typeface="Source Sans 3"/>
                  <a:sym typeface="Source Sans 3"/>
                </a:rPr>
                <a:t>SERVICE PHILOSOPHY</a:t>
              </a:r>
              <a:endParaRPr b="1" sz="750">
                <a:solidFill>
                  <a:srgbClr val="687785"/>
                </a:solidFill>
                <a:latin typeface="Source Sans 3"/>
                <a:ea typeface="Source Sans 3"/>
                <a:cs typeface="Source Sans 3"/>
                <a:sym typeface="Source Sans 3"/>
              </a:endParaRPr>
            </a:p>
          </p:txBody>
        </p:sp>
        <p:sp>
          <p:nvSpPr>
            <p:cNvPr id="137" name="Google Shape;137;p14"/>
            <p:cNvSpPr txBox="1"/>
            <p:nvPr/>
          </p:nvSpPr>
          <p:spPr>
            <a:xfrm>
              <a:off x="171450" y="904875"/>
              <a:ext cx="1562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Immediate, Quality</a:t>
              </a:r>
              <a:endParaRPr b="1" sz="1600">
                <a:solidFill>
                  <a:srgbClr val="152534"/>
                </a:solidFill>
                <a:latin typeface="Barlow Condensed"/>
                <a:ea typeface="Barlow Condensed"/>
                <a:cs typeface="Barlow Condensed"/>
                <a:sym typeface="Barlow Condensed"/>
              </a:endParaRPr>
            </a:p>
            <a:p>
              <a:pPr indent="0" lvl="0" marL="0" rtl="0" algn="l">
                <a:spcBef>
                  <a:spcPts val="150"/>
                </a:spcBef>
                <a:spcAft>
                  <a:spcPts val="0"/>
                </a:spcAft>
                <a:buNone/>
              </a:pPr>
              <a:r>
                <a:rPr b="1" lang="en" sz="1600">
                  <a:solidFill>
                    <a:srgbClr val="152534"/>
                  </a:solidFill>
                  <a:latin typeface="Barlow Condensed"/>
                  <a:ea typeface="Barlow Condensed"/>
                  <a:cs typeface="Barlow Condensed"/>
                  <a:sym typeface="Barlow Condensed"/>
                </a:rPr>
                <a:t>&amp; Reliable</a:t>
              </a:r>
              <a:endParaRPr b="1" sz="1600">
                <a:solidFill>
                  <a:srgbClr val="152534"/>
                </a:solidFill>
                <a:latin typeface="Barlow Condensed"/>
                <a:ea typeface="Barlow Condensed"/>
                <a:cs typeface="Barlow Condensed"/>
                <a:sym typeface="Barlow Condensed"/>
              </a:endParaRPr>
            </a:p>
            <a:p>
              <a:pPr indent="0" lvl="0" marL="0" rtl="0" algn="l">
                <a:spcBef>
                  <a:spcPts val="150"/>
                </a:spcBef>
                <a:spcAft>
                  <a:spcPts val="0"/>
                </a:spcAft>
                <a:buNone/>
              </a:pPr>
              <a:r>
                <a:rPr b="1" lang="en" sz="1600">
                  <a:solidFill>
                    <a:srgbClr val="152534"/>
                  </a:solidFill>
                  <a:latin typeface="Barlow Condensed"/>
                  <a:ea typeface="Barlow Condensed"/>
                  <a:cs typeface="Barlow Condensed"/>
                  <a:sym typeface="Barlow Condensed"/>
                </a:rPr>
                <a:t>Service</a:t>
              </a:r>
              <a:endParaRPr b="1" sz="1600">
                <a:solidFill>
                  <a:srgbClr val="152534"/>
                </a:solidFill>
                <a:latin typeface="Barlow Condensed"/>
                <a:ea typeface="Barlow Condensed"/>
                <a:cs typeface="Barlow Condensed"/>
                <a:sym typeface="Barlow Condensed"/>
              </a:endParaRPr>
            </a:p>
          </p:txBody>
        </p:sp>
      </p:grpSp>
      <p:grpSp>
        <p:nvGrpSpPr>
          <p:cNvPr id="138" name="Google Shape;138;p14"/>
          <p:cNvGrpSpPr/>
          <p:nvPr/>
        </p:nvGrpSpPr>
        <p:grpSpPr>
          <a:xfrm>
            <a:off x="495300" y="3448050"/>
            <a:ext cx="8134500" cy="1047900"/>
            <a:chOff x="0" y="0"/>
            <a:chExt cx="8134500" cy="1047900"/>
          </a:xfrm>
        </p:grpSpPr>
        <p:sp>
          <p:nvSpPr>
            <p:cNvPr id="139" name="Google Shape;139;p14"/>
            <p:cNvSpPr/>
            <p:nvPr/>
          </p:nvSpPr>
          <p:spPr>
            <a:xfrm>
              <a:off x="0" y="0"/>
              <a:ext cx="8134500" cy="1047900"/>
            </a:xfrm>
            <a:prstGeom prst="roundRect">
              <a:avLst>
                <a:gd fmla="val 7272" name="adj"/>
              </a:avLst>
            </a:prstGeom>
            <a:solidFill>
              <a:srgbClr val="102B4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4"/>
            <p:cNvSpPr/>
            <p:nvPr/>
          </p:nvSpPr>
          <p:spPr>
            <a:xfrm>
              <a:off x="0" y="0"/>
              <a:ext cx="57300" cy="10479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4"/>
            <p:cNvSpPr txBox="1"/>
            <p:nvPr/>
          </p:nvSpPr>
          <p:spPr>
            <a:xfrm>
              <a:off x="266700" y="171450"/>
              <a:ext cx="7601100" cy="7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20C7D9"/>
                  </a:solidFill>
                  <a:latin typeface="Source Sans 3"/>
                  <a:ea typeface="Source Sans 3"/>
                  <a:cs typeface="Source Sans 3"/>
                  <a:sym typeface="Source Sans 3"/>
                </a:rPr>
                <a:t>ABOUT CLM ELECTRONICS ENGINEERING SERVICES</a:t>
              </a:r>
              <a:endParaRPr b="1" sz="800">
                <a:solidFill>
                  <a:srgbClr val="20C7D9"/>
                </a:solidFill>
                <a:latin typeface="Source Sans 3"/>
                <a:ea typeface="Source Sans 3"/>
                <a:cs typeface="Source Sans 3"/>
                <a:sym typeface="Source Sans 3"/>
              </a:endParaRPr>
            </a:p>
            <a:p>
              <a:pPr indent="0" lvl="0" marL="0" rtl="0" algn="l">
                <a:spcBef>
                  <a:spcPts val="450"/>
                </a:spcBef>
                <a:spcAft>
                  <a:spcPts val="0"/>
                </a:spcAft>
                <a:buNone/>
              </a:pPr>
              <a:r>
                <a:rPr b="0" lang="en" sz="1150">
                  <a:solidFill>
                    <a:srgbClr val="F1F5F9"/>
                  </a:solidFill>
                  <a:latin typeface="Source Sans 3"/>
                  <a:ea typeface="Source Sans 3"/>
                  <a:cs typeface="Source Sans 3"/>
                  <a:sym typeface="Source Sans 3"/>
                </a:rPr>
                <a:t>CLM supports semiconductor and manufacturing operations with accountable engineering services, responsive technical support, and a commitment to dependable long-term customer relationships.</a:t>
              </a:r>
              <a:endParaRPr b="0" sz="1150">
                <a:solidFill>
                  <a:srgbClr val="F1F5F9"/>
                </a:solidFill>
                <a:latin typeface="Source Sans 3"/>
                <a:ea typeface="Source Sans 3"/>
                <a:cs typeface="Source Sans 3"/>
                <a:sym typeface="Source Sans 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145" name="Shape 145"/>
        <p:cNvGrpSpPr/>
        <p:nvPr/>
      </p:nvGrpSpPr>
      <p:grpSpPr>
        <a:xfrm>
          <a:off x="0" y="0"/>
          <a:ext cx="0" cy="0"/>
          <a:chOff x="0" y="0"/>
          <a:chExt cx="0" cy="0"/>
        </a:xfrm>
      </p:grpSpPr>
      <p:grpSp>
        <p:nvGrpSpPr>
          <p:cNvPr id="146" name="Google Shape;146;p15"/>
          <p:cNvGrpSpPr/>
          <p:nvPr/>
        </p:nvGrpSpPr>
        <p:grpSpPr>
          <a:xfrm>
            <a:off x="495300" y="266700"/>
            <a:ext cx="8153550" cy="571500"/>
            <a:chOff x="495300" y="266700"/>
            <a:chExt cx="8153550" cy="571500"/>
          </a:xfrm>
        </p:grpSpPr>
        <p:sp>
          <p:nvSpPr>
            <p:cNvPr id="147" name="Google Shape;147;p15"/>
            <p:cNvSpPr txBox="1"/>
            <p:nvPr/>
          </p:nvSpPr>
          <p:spPr>
            <a:xfrm>
              <a:off x="495300" y="26670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03</a:t>
              </a:r>
              <a:endParaRPr b="1" sz="800">
                <a:solidFill>
                  <a:srgbClr val="145DA0"/>
                </a:solidFill>
                <a:latin typeface="Source Sans 3"/>
                <a:ea typeface="Source Sans 3"/>
                <a:cs typeface="Source Sans 3"/>
                <a:sym typeface="Source Sans 3"/>
              </a:endParaRPr>
            </a:p>
          </p:txBody>
        </p:sp>
        <p:sp>
          <p:nvSpPr>
            <p:cNvPr id="148" name="Google Shape;148;p15"/>
            <p:cNvSpPr txBox="1"/>
            <p:nvPr/>
          </p:nvSpPr>
          <p:spPr>
            <a:xfrm>
              <a:off x="495300" y="457200"/>
              <a:ext cx="381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5">
                  <a:solidFill>
                    <a:srgbClr val="152534"/>
                  </a:solidFill>
                  <a:latin typeface="Barlow Condensed"/>
                  <a:ea typeface="Barlow Condensed"/>
                  <a:cs typeface="Barlow Condensed"/>
                  <a:sym typeface="Barlow Condensed"/>
                </a:rPr>
                <a:t>Who CLM Is</a:t>
              </a:r>
              <a:endParaRPr b="1" sz="2405">
                <a:solidFill>
                  <a:srgbClr val="152534"/>
                </a:solidFill>
                <a:latin typeface="Barlow Condensed"/>
                <a:ea typeface="Barlow Condensed"/>
                <a:cs typeface="Barlow Condensed"/>
                <a:sym typeface="Barlow Condensed"/>
              </a:endParaRPr>
            </a:p>
          </p:txBody>
        </p:sp>
        <p:sp>
          <p:nvSpPr>
            <p:cNvPr id="149" name="Google Shape;149;p15"/>
            <p:cNvSpPr/>
            <p:nvPr/>
          </p:nvSpPr>
          <p:spPr>
            <a:xfrm>
              <a:off x="7143750" y="400050"/>
              <a:ext cx="15051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50" name="Google Shape;150;p15"/>
          <p:cNvGrpSpPr/>
          <p:nvPr/>
        </p:nvGrpSpPr>
        <p:grpSpPr>
          <a:xfrm>
            <a:off x="495300" y="1047750"/>
            <a:ext cx="3981600" cy="3352800"/>
            <a:chOff x="495300" y="1047750"/>
            <a:chExt cx="3981600" cy="3352800"/>
          </a:xfrm>
        </p:grpSpPr>
        <p:sp>
          <p:nvSpPr>
            <p:cNvPr id="151" name="Google Shape;151;p15"/>
            <p:cNvSpPr txBox="1"/>
            <p:nvPr/>
          </p:nvSpPr>
          <p:spPr>
            <a:xfrm>
              <a:off x="495300" y="1047750"/>
              <a:ext cx="39816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943">
                  <a:solidFill>
                    <a:srgbClr val="152534"/>
                  </a:solidFill>
                  <a:latin typeface="Barlow Condensed"/>
                  <a:ea typeface="Barlow Condensed"/>
                  <a:cs typeface="Barlow Condensed"/>
                  <a:sym typeface="Barlow Condensed"/>
                </a:rPr>
                <a:t>Built around hands-on technical expertise.</a:t>
              </a:r>
              <a:endParaRPr b="1" sz="1943">
                <a:solidFill>
                  <a:srgbClr val="152534"/>
                </a:solidFill>
                <a:latin typeface="Barlow Condensed"/>
                <a:ea typeface="Barlow Condensed"/>
                <a:cs typeface="Barlow Condensed"/>
                <a:sym typeface="Barlow Condensed"/>
              </a:endParaRPr>
            </a:p>
          </p:txBody>
        </p:sp>
        <p:sp>
          <p:nvSpPr>
            <p:cNvPr id="152" name="Google Shape;152;p15"/>
            <p:cNvSpPr txBox="1"/>
            <p:nvPr/>
          </p:nvSpPr>
          <p:spPr>
            <a:xfrm>
              <a:off x="495300" y="1543050"/>
              <a:ext cx="39816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50">
                  <a:solidFill>
                    <a:srgbClr val="475569"/>
                  </a:solidFill>
                  <a:latin typeface="Source Sans 3"/>
                  <a:ea typeface="Source Sans 3"/>
                  <a:cs typeface="Source Sans 3"/>
                  <a:sym typeface="Source Sans 3"/>
                </a:rPr>
                <a:t>Founded in 2023, CLM Electronics Engineering Services focuses on the practical needs of semiconductor and manufacturing equipment users. Our work brings together technical assessment, repair, maintenance, rebuild, process support, parts, and training.</a:t>
              </a:r>
              <a:endParaRPr sz="1050">
                <a:solidFill>
                  <a:srgbClr val="475569"/>
                </a:solidFill>
                <a:latin typeface="Source Sans 3"/>
                <a:ea typeface="Source Sans 3"/>
                <a:cs typeface="Source Sans 3"/>
                <a:sym typeface="Source Sans 3"/>
              </a:endParaRPr>
            </a:p>
          </p:txBody>
        </p:sp>
        <p:grpSp>
          <p:nvGrpSpPr>
            <p:cNvPr id="153" name="Google Shape;153;p15"/>
            <p:cNvGrpSpPr/>
            <p:nvPr/>
          </p:nvGrpSpPr>
          <p:grpSpPr>
            <a:xfrm>
              <a:off x="495300" y="2381250"/>
              <a:ext cx="1905000" cy="385468"/>
              <a:chOff x="0" y="0"/>
              <a:chExt cx="1905000" cy="385468"/>
            </a:xfrm>
          </p:grpSpPr>
          <p:sp>
            <p:nvSpPr>
              <p:cNvPr id="154" name="Google Shape;154;p15"/>
              <p:cNvSpPr/>
              <p:nvPr/>
            </p:nvSpPr>
            <p:spPr>
              <a:xfrm>
                <a:off x="0" y="0"/>
                <a:ext cx="1905000" cy="362100"/>
              </a:xfrm>
              <a:prstGeom prst="roundRect">
                <a:avLst>
                  <a:gd fmla="val 157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5"/>
              <p:cNvSpPr txBox="1"/>
              <p:nvPr/>
            </p:nvSpPr>
            <p:spPr>
              <a:xfrm>
                <a:off x="95250" y="23368"/>
                <a:ext cx="2667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145DA0"/>
                    </a:solidFill>
                    <a:latin typeface="Material Icons"/>
                    <a:ea typeface="Material Icons"/>
                    <a:cs typeface="Material Icons"/>
                    <a:sym typeface="Material Icons"/>
                  </a:rPr>
                  <a:t>build</a:t>
                </a:r>
                <a:endParaRPr sz="1600">
                  <a:solidFill>
                    <a:srgbClr val="145DA0"/>
                  </a:solidFill>
                  <a:latin typeface="Material Icons"/>
                  <a:ea typeface="Material Icons"/>
                  <a:cs typeface="Material Icons"/>
                  <a:sym typeface="Material Icons"/>
                </a:endParaRPr>
              </a:p>
            </p:txBody>
          </p:sp>
          <p:sp>
            <p:nvSpPr>
              <p:cNvPr id="156" name="Google Shape;156;p15"/>
              <p:cNvSpPr txBox="1"/>
              <p:nvPr/>
            </p:nvSpPr>
            <p:spPr>
              <a:xfrm>
                <a:off x="400050" y="0"/>
                <a:ext cx="14289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52534"/>
                    </a:solidFill>
                    <a:latin typeface="Source Sans 3"/>
                    <a:ea typeface="Source Sans 3"/>
                    <a:cs typeface="Source Sans 3"/>
                    <a:sym typeface="Source Sans 3"/>
                  </a:rPr>
                  <a:t>Repair &amp; Maintenance</a:t>
                </a:r>
                <a:endParaRPr b="1" sz="950">
                  <a:solidFill>
                    <a:srgbClr val="152534"/>
                  </a:solidFill>
                  <a:latin typeface="Source Sans 3"/>
                  <a:ea typeface="Source Sans 3"/>
                  <a:cs typeface="Source Sans 3"/>
                  <a:sym typeface="Source Sans 3"/>
                </a:endParaRPr>
              </a:p>
            </p:txBody>
          </p:sp>
        </p:grpSp>
        <p:grpSp>
          <p:nvGrpSpPr>
            <p:cNvPr id="157" name="Google Shape;157;p15"/>
            <p:cNvGrpSpPr/>
            <p:nvPr/>
          </p:nvGrpSpPr>
          <p:grpSpPr>
            <a:xfrm>
              <a:off x="2476500" y="2381250"/>
              <a:ext cx="2000100" cy="385468"/>
              <a:chOff x="0" y="0"/>
              <a:chExt cx="2000100" cy="385468"/>
            </a:xfrm>
          </p:grpSpPr>
          <p:sp>
            <p:nvSpPr>
              <p:cNvPr id="158" name="Google Shape;158;p15"/>
              <p:cNvSpPr/>
              <p:nvPr/>
            </p:nvSpPr>
            <p:spPr>
              <a:xfrm>
                <a:off x="0" y="0"/>
                <a:ext cx="2000100" cy="362100"/>
              </a:xfrm>
              <a:prstGeom prst="roundRect">
                <a:avLst>
                  <a:gd fmla="val 157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5"/>
              <p:cNvSpPr txBox="1"/>
              <p:nvPr/>
            </p:nvSpPr>
            <p:spPr>
              <a:xfrm>
                <a:off x="95250" y="23368"/>
                <a:ext cx="2667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145DA0"/>
                    </a:solidFill>
                    <a:latin typeface="Material Icons"/>
                    <a:ea typeface="Material Icons"/>
                    <a:cs typeface="Material Icons"/>
                    <a:sym typeface="Material Icons"/>
                  </a:rPr>
                  <a:t>assessment</a:t>
                </a:r>
                <a:endParaRPr sz="1600">
                  <a:solidFill>
                    <a:srgbClr val="145DA0"/>
                  </a:solidFill>
                  <a:latin typeface="Material Icons"/>
                  <a:ea typeface="Material Icons"/>
                  <a:cs typeface="Material Icons"/>
                  <a:sym typeface="Material Icons"/>
                </a:endParaRPr>
              </a:p>
            </p:txBody>
          </p:sp>
          <p:sp>
            <p:nvSpPr>
              <p:cNvPr id="160" name="Google Shape;160;p15"/>
              <p:cNvSpPr txBox="1"/>
              <p:nvPr/>
            </p:nvSpPr>
            <p:spPr>
              <a:xfrm>
                <a:off x="400050" y="0"/>
                <a:ext cx="15240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52534"/>
                    </a:solidFill>
                    <a:latin typeface="Source Sans 3"/>
                    <a:ea typeface="Source Sans 3"/>
                    <a:cs typeface="Source Sans 3"/>
                    <a:sym typeface="Source Sans 3"/>
                  </a:rPr>
                  <a:t>Technical Assessment</a:t>
                </a:r>
                <a:endParaRPr b="1" sz="950">
                  <a:solidFill>
                    <a:srgbClr val="152534"/>
                  </a:solidFill>
                  <a:latin typeface="Source Sans 3"/>
                  <a:ea typeface="Source Sans 3"/>
                  <a:cs typeface="Source Sans 3"/>
                  <a:sym typeface="Source Sans 3"/>
                </a:endParaRPr>
              </a:p>
            </p:txBody>
          </p:sp>
        </p:grpSp>
        <p:grpSp>
          <p:nvGrpSpPr>
            <p:cNvPr id="161" name="Google Shape;161;p15"/>
            <p:cNvGrpSpPr/>
            <p:nvPr/>
          </p:nvGrpSpPr>
          <p:grpSpPr>
            <a:xfrm>
              <a:off x="495300" y="2819400"/>
              <a:ext cx="1905000" cy="385468"/>
              <a:chOff x="0" y="0"/>
              <a:chExt cx="1905000" cy="385468"/>
            </a:xfrm>
          </p:grpSpPr>
          <p:sp>
            <p:nvSpPr>
              <p:cNvPr id="162" name="Google Shape;162;p15"/>
              <p:cNvSpPr/>
              <p:nvPr/>
            </p:nvSpPr>
            <p:spPr>
              <a:xfrm>
                <a:off x="0" y="0"/>
                <a:ext cx="1905000" cy="362100"/>
              </a:xfrm>
              <a:prstGeom prst="roundRect">
                <a:avLst>
                  <a:gd fmla="val 157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5"/>
              <p:cNvSpPr txBox="1"/>
              <p:nvPr/>
            </p:nvSpPr>
            <p:spPr>
              <a:xfrm>
                <a:off x="95250" y="23368"/>
                <a:ext cx="2667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145DA0"/>
                    </a:solidFill>
                    <a:latin typeface="Material Icons"/>
                    <a:ea typeface="Material Icons"/>
                    <a:cs typeface="Material Icons"/>
                    <a:sym typeface="Material Icons"/>
                  </a:rPr>
                  <a:t>settings_suggest</a:t>
                </a:r>
                <a:endParaRPr sz="1600">
                  <a:solidFill>
                    <a:srgbClr val="145DA0"/>
                  </a:solidFill>
                  <a:latin typeface="Material Icons"/>
                  <a:ea typeface="Material Icons"/>
                  <a:cs typeface="Material Icons"/>
                  <a:sym typeface="Material Icons"/>
                </a:endParaRPr>
              </a:p>
            </p:txBody>
          </p:sp>
          <p:sp>
            <p:nvSpPr>
              <p:cNvPr id="164" name="Google Shape;164;p15"/>
              <p:cNvSpPr txBox="1"/>
              <p:nvPr/>
            </p:nvSpPr>
            <p:spPr>
              <a:xfrm>
                <a:off x="400050" y="0"/>
                <a:ext cx="14289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52534"/>
                    </a:solidFill>
                    <a:latin typeface="Source Sans 3"/>
                    <a:ea typeface="Source Sans 3"/>
                    <a:cs typeface="Source Sans 3"/>
                    <a:sym typeface="Source Sans 3"/>
                  </a:rPr>
                  <a:t>Rebuild &amp; Process</a:t>
                </a:r>
                <a:endParaRPr b="1" sz="950">
                  <a:solidFill>
                    <a:srgbClr val="152534"/>
                  </a:solidFill>
                  <a:latin typeface="Source Sans 3"/>
                  <a:ea typeface="Source Sans 3"/>
                  <a:cs typeface="Source Sans 3"/>
                  <a:sym typeface="Source Sans 3"/>
                </a:endParaRPr>
              </a:p>
            </p:txBody>
          </p:sp>
        </p:grpSp>
        <p:grpSp>
          <p:nvGrpSpPr>
            <p:cNvPr id="165" name="Google Shape;165;p15"/>
            <p:cNvGrpSpPr/>
            <p:nvPr/>
          </p:nvGrpSpPr>
          <p:grpSpPr>
            <a:xfrm>
              <a:off x="2476500" y="2819400"/>
              <a:ext cx="2000100" cy="385468"/>
              <a:chOff x="0" y="0"/>
              <a:chExt cx="2000100" cy="385468"/>
            </a:xfrm>
          </p:grpSpPr>
          <p:sp>
            <p:nvSpPr>
              <p:cNvPr id="166" name="Google Shape;166;p15"/>
              <p:cNvSpPr/>
              <p:nvPr/>
            </p:nvSpPr>
            <p:spPr>
              <a:xfrm>
                <a:off x="0" y="0"/>
                <a:ext cx="2000100" cy="362100"/>
              </a:xfrm>
              <a:prstGeom prst="roundRect">
                <a:avLst>
                  <a:gd fmla="val 1578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5"/>
              <p:cNvSpPr txBox="1"/>
              <p:nvPr/>
            </p:nvSpPr>
            <p:spPr>
              <a:xfrm>
                <a:off x="95250" y="23368"/>
                <a:ext cx="2667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600">
                    <a:solidFill>
                      <a:srgbClr val="145DA0"/>
                    </a:solidFill>
                    <a:latin typeface="Material Icons"/>
                    <a:ea typeface="Material Icons"/>
                    <a:cs typeface="Material Icons"/>
                    <a:sym typeface="Material Icons"/>
                  </a:rPr>
                  <a:t>school</a:t>
                </a:r>
                <a:endParaRPr sz="1600">
                  <a:solidFill>
                    <a:srgbClr val="145DA0"/>
                  </a:solidFill>
                  <a:latin typeface="Material Icons"/>
                  <a:ea typeface="Material Icons"/>
                  <a:cs typeface="Material Icons"/>
                  <a:sym typeface="Material Icons"/>
                </a:endParaRPr>
              </a:p>
            </p:txBody>
          </p:sp>
          <p:sp>
            <p:nvSpPr>
              <p:cNvPr id="168" name="Google Shape;168;p15"/>
              <p:cNvSpPr txBox="1"/>
              <p:nvPr/>
            </p:nvSpPr>
            <p:spPr>
              <a:xfrm>
                <a:off x="400050" y="0"/>
                <a:ext cx="1524000" cy="362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152534"/>
                    </a:solidFill>
                    <a:latin typeface="Source Sans 3"/>
                    <a:ea typeface="Source Sans 3"/>
                    <a:cs typeface="Source Sans 3"/>
                    <a:sym typeface="Source Sans 3"/>
                  </a:rPr>
                  <a:t>Parts &amp; Training</a:t>
                </a:r>
                <a:endParaRPr b="1" sz="950">
                  <a:solidFill>
                    <a:srgbClr val="152534"/>
                  </a:solidFill>
                  <a:latin typeface="Source Sans 3"/>
                  <a:ea typeface="Source Sans 3"/>
                  <a:cs typeface="Source Sans 3"/>
                  <a:sym typeface="Source Sans 3"/>
                </a:endParaRPr>
              </a:p>
            </p:txBody>
          </p:sp>
        </p:grpSp>
        <p:grpSp>
          <p:nvGrpSpPr>
            <p:cNvPr id="169" name="Google Shape;169;p15"/>
            <p:cNvGrpSpPr/>
            <p:nvPr/>
          </p:nvGrpSpPr>
          <p:grpSpPr>
            <a:xfrm>
              <a:off x="495300" y="3333750"/>
              <a:ext cx="3981600" cy="1066800"/>
              <a:chOff x="0" y="0"/>
              <a:chExt cx="3981600" cy="1066800"/>
            </a:xfrm>
          </p:grpSpPr>
          <p:sp>
            <p:nvSpPr>
              <p:cNvPr id="170" name="Google Shape;170;p15"/>
              <p:cNvSpPr/>
              <p:nvPr/>
            </p:nvSpPr>
            <p:spPr>
              <a:xfrm>
                <a:off x="0" y="0"/>
                <a:ext cx="3981600" cy="1066800"/>
              </a:xfrm>
              <a:prstGeom prst="roundRect">
                <a:avLst>
                  <a:gd fmla="val 7142" name="adj"/>
                </a:avLst>
              </a:prstGeom>
              <a:solidFill>
                <a:srgbClr val="102B4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5"/>
              <p:cNvSpPr/>
              <p:nvPr/>
            </p:nvSpPr>
            <p:spPr>
              <a:xfrm>
                <a:off x="0" y="0"/>
                <a:ext cx="57300" cy="10668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5"/>
              <p:cNvSpPr txBox="1"/>
              <p:nvPr/>
            </p:nvSpPr>
            <p:spPr>
              <a:xfrm>
                <a:off x="228600" y="152400"/>
                <a:ext cx="35244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20C7D9"/>
                    </a:solidFill>
                    <a:latin typeface="Source Sans 3"/>
                    <a:ea typeface="Source Sans 3"/>
                    <a:cs typeface="Source Sans 3"/>
                    <a:sym typeface="Source Sans 3"/>
                  </a:rPr>
                  <a:t>OUR POSITION</a:t>
                </a:r>
                <a:endParaRPr b="1" sz="800">
                  <a:solidFill>
                    <a:srgbClr val="20C7D9"/>
                  </a:solidFill>
                  <a:latin typeface="Source Sans 3"/>
                  <a:ea typeface="Source Sans 3"/>
                  <a:cs typeface="Source Sans 3"/>
                  <a:sym typeface="Source Sans 3"/>
                </a:endParaRPr>
              </a:p>
            </p:txBody>
          </p:sp>
          <p:sp>
            <p:nvSpPr>
              <p:cNvPr id="173" name="Google Shape;173;p15"/>
              <p:cNvSpPr txBox="1"/>
              <p:nvPr/>
            </p:nvSpPr>
            <p:spPr>
              <a:xfrm>
                <a:off x="228600" y="361950"/>
                <a:ext cx="3524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80">
                    <a:solidFill>
                      <a:srgbClr val="FFFFFF"/>
                    </a:solidFill>
                    <a:latin typeface="Barlow Condensed"/>
                    <a:ea typeface="Barlow Condensed"/>
                    <a:cs typeface="Barlow Condensed"/>
                    <a:sym typeface="Barlow Condensed"/>
                  </a:rPr>
                  <a:t>“Our position is simple: solve responsibly, support consistently, and earn long-term trust.”</a:t>
                </a:r>
                <a:endParaRPr b="1" sz="1480">
                  <a:solidFill>
                    <a:srgbClr val="FFFFFF"/>
                  </a:solidFill>
                  <a:latin typeface="Barlow Condensed"/>
                  <a:ea typeface="Barlow Condensed"/>
                  <a:cs typeface="Barlow Condensed"/>
                  <a:sym typeface="Barlow Condensed"/>
                </a:endParaRPr>
              </a:p>
            </p:txBody>
          </p:sp>
        </p:grpSp>
      </p:grpSp>
      <p:grpSp>
        <p:nvGrpSpPr>
          <p:cNvPr id="174" name="Google Shape;174;p15"/>
          <p:cNvGrpSpPr/>
          <p:nvPr/>
        </p:nvGrpSpPr>
        <p:grpSpPr>
          <a:xfrm>
            <a:off x="4762500" y="4057650"/>
            <a:ext cx="3886200" cy="342900"/>
            <a:chOff x="0" y="0"/>
            <a:chExt cx="3886200" cy="342900"/>
          </a:xfrm>
        </p:grpSpPr>
        <p:sp>
          <p:nvSpPr>
            <p:cNvPr id="175" name="Google Shape;175;p15"/>
            <p:cNvSpPr/>
            <p:nvPr/>
          </p:nvSpPr>
          <p:spPr>
            <a:xfrm>
              <a:off x="0" y="0"/>
              <a:ext cx="3886200" cy="342900"/>
            </a:xfrm>
            <a:prstGeom prst="roundRect">
              <a:avLst>
                <a:gd fmla="val 1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5"/>
            <p:cNvSpPr txBox="1"/>
            <p:nvPr/>
          </p:nvSpPr>
          <p:spPr>
            <a:xfrm>
              <a:off x="152400" y="0"/>
              <a:ext cx="35814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145DA0"/>
                  </a:solidFill>
                  <a:latin typeface="Source Sans 3"/>
                  <a:ea typeface="Source Sans 3"/>
                  <a:cs typeface="Source Sans 3"/>
                  <a:sym typeface="Source Sans 3"/>
                </a:rPr>
                <a:t>SEMICONDUCTOR &amp; MANUFACTURING EQUIPMENT SPECIALISTS</a:t>
              </a:r>
              <a:endParaRPr b="1" sz="850">
                <a:solidFill>
                  <a:srgbClr val="145DA0"/>
                </a:solidFill>
                <a:latin typeface="Source Sans 3"/>
                <a:ea typeface="Source Sans 3"/>
                <a:cs typeface="Source Sans 3"/>
                <a:sym typeface="Source Sans 3"/>
              </a:endParaRPr>
            </a:p>
          </p:txBody>
        </p:sp>
      </p:grpSp>
      <p:sp>
        <p:nvSpPr>
          <p:cNvPr id="177" name="Google Shape;177;p15"/>
          <p:cNvSpPr/>
          <p:nvPr/>
        </p:nvSpPr>
        <p:spPr>
          <a:xfrm>
            <a:off x="4752900" y="1047750"/>
            <a:ext cx="3886200" cy="283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78" name="Google Shape;178;p15" title="who.jpg"/>
          <p:cNvPicPr preferRelativeResize="0"/>
          <p:nvPr/>
        </p:nvPicPr>
        <p:blipFill rotWithShape="1">
          <a:blip r:embed="rId3">
            <a:alphaModFix/>
          </a:blip>
          <a:srcRect b="19141" l="15283" r="0" t="19135"/>
          <a:stretch/>
        </p:blipFill>
        <p:spPr>
          <a:xfrm>
            <a:off x="4752900" y="1047750"/>
            <a:ext cx="3886198" cy="28314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grpSp>
        <p:nvGrpSpPr>
          <p:cNvPr id="183" name="Google Shape;183;p16"/>
          <p:cNvGrpSpPr/>
          <p:nvPr/>
        </p:nvGrpSpPr>
        <p:grpSpPr>
          <a:xfrm>
            <a:off x="495300" y="266700"/>
            <a:ext cx="8153550" cy="571500"/>
            <a:chOff x="495300" y="266700"/>
            <a:chExt cx="8153550" cy="571500"/>
          </a:xfrm>
        </p:grpSpPr>
        <p:sp>
          <p:nvSpPr>
            <p:cNvPr id="184" name="Google Shape;184;p16"/>
            <p:cNvSpPr txBox="1"/>
            <p:nvPr/>
          </p:nvSpPr>
          <p:spPr>
            <a:xfrm>
              <a:off x="495300" y="26670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04</a:t>
              </a:r>
              <a:endParaRPr b="1" sz="800">
                <a:solidFill>
                  <a:srgbClr val="145DA0"/>
                </a:solidFill>
                <a:latin typeface="Source Sans 3"/>
                <a:ea typeface="Source Sans 3"/>
                <a:cs typeface="Source Sans 3"/>
                <a:sym typeface="Source Sans 3"/>
              </a:endParaRPr>
            </a:p>
          </p:txBody>
        </p:sp>
        <p:sp>
          <p:nvSpPr>
            <p:cNvPr id="185" name="Google Shape;185;p16"/>
            <p:cNvSpPr txBox="1"/>
            <p:nvPr/>
          </p:nvSpPr>
          <p:spPr>
            <a:xfrm>
              <a:off x="495300" y="457200"/>
              <a:ext cx="3810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52534"/>
                  </a:solidFill>
                  <a:latin typeface="Barlow Condensed"/>
                  <a:ea typeface="Barlow Condensed"/>
                  <a:cs typeface="Barlow Condensed"/>
                  <a:sym typeface="Barlow Condensed"/>
                </a:rPr>
                <a:t>Mission &amp; Vision</a:t>
              </a:r>
              <a:endParaRPr b="1" sz="2400">
                <a:solidFill>
                  <a:srgbClr val="152534"/>
                </a:solidFill>
                <a:latin typeface="Barlow Condensed"/>
                <a:ea typeface="Barlow Condensed"/>
                <a:cs typeface="Barlow Condensed"/>
                <a:sym typeface="Barlow Condensed"/>
              </a:endParaRPr>
            </a:p>
          </p:txBody>
        </p:sp>
        <p:sp>
          <p:nvSpPr>
            <p:cNvPr id="186" name="Google Shape;186;p16"/>
            <p:cNvSpPr/>
            <p:nvPr/>
          </p:nvSpPr>
          <p:spPr>
            <a:xfrm>
              <a:off x="7143750" y="400050"/>
              <a:ext cx="15051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7" name="Google Shape;187;p16"/>
          <p:cNvGrpSpPr/>
          <p:nvPr/>
        </p:nvGrpSpPr>
        <p:grpSpPr>
          <a:xfrm>
            <a:off x="495300" y="1095375"/>
            <a:ext cx="3924300" cy="3333900"/>
            <a:chOff x="0" y="0"/>
            <a:chExt cx="3924300" cy="3333900"/>
          </a:xfrm>
        </p:grpSpPr>
        <p:sp>
          <p:nvSpPr>
            <p:cNvPr id="188" name="Google Shape;188;p16"/>
            <p:cNvSpPr/>
            <p:nvPr/>
          </p:nvSpPr>
          <p:spPr>
            <a:xfrm>
              <a:off x="0" y="0"/>
              <a:ext cx="3924300" cy="3333900"/>
            </a:xfrm>
            <a:prstGeom prst="roundRect">
              <a:avLst>
                <a:gd fmla="val 285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6"/>
            <p:cNvSpPr/>
            <p:nvPr/>
          </p:nvSpPr>
          <p:spPr>
            <a:xfrm>
              <a:off x="0" y="0"/>
              <a:ext cx="3924300" cy="573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6"/>
            <p:cNvSpPr txBox="1"/>
            <p:nvPr/>
          </p:nvSpPr>
          <p:spPr>
            <a:xfrm>
              <a:off x="285750" y="3017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145DA0"/>
                  </a:solidFill>
                  <a:latin typeface="Material Icons"/>
                  <a:ea typeface="Material Icons"/>
                  <a:cs typeface="Material Icons"/>
                  <a:sym typeface="Material Icons"/>
                </a:rPr>
                <a:t>track_changes</a:t>
              </a:r>
              <a:endParaRPr sz="2400">
                <a:solidFill>
                  <a:srgbClr val="145DA0"/>
                </a:solidFill>
                <a:latin typeface="Material Icons"/>
                <a:ea typeface="Material Icons"/>
                <a:cs typeface="Material Icons"/>
                <a:sym typeface="Material Icons"/>
              </a:endParaRPr>
            </a:p>
          </p:txBody>
        </p:sp>
        <p:sp>
          <p:nvSpPr>
            <p:cNvPr id="191" name="Google Shape;191;p16"/>
            <p:cNvSpPr txBox="1"/>
            <p:nvPr/>
          </p:nvSpPr>
          <p:spPr>
            <a:xfrm>
              <a:off x="762000" y="285750"/>
              <a:ext cx="2857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20C7D9"/>
                  </a:solidFill>
                  <a:latin typeface="Source Sans 3 ExtraBold"/>
                  <a:ea typeface="Source Sans 3 ExtraBold"/>
                  <a:cs typeface="Source Sans 3 ExtraBold"/>
                  <a:sym typeface="Source Sans 3 ExtraBold"/>
                </a:rPr>
                <a:t>OUR MISSION</a:t>
              </a:r>
              <a:endParaRPr b="0" sz="850">
                <a:solidFill>
                  <a:srgbClr val="20C7D9"/>
                </a:solidFill>
                <a:latin typeface="Source Sans 3 ExtraBold"/>
                <a:ea typeface="Source Sans 3 ExtraBold"/>
                <a:cs typeface="Source Sans 3 ExtraBold"/>
                <a:sym typeface="Source Sans 3 ExtraBold"/>
              </a:endParaRPr>
            </a:p>
          </p:txBody>
        </p:sp>
        <p:cxnSp>
          <p:nvCxnSpPr>
            <p:cNvPr id="192" name="Google Shape;192;p16"/>
            <p:cNvCxnSpPr/>
            <p:nvPr/>
          </p:nvCxnSpPr>
          <p:spPr>
            <a:xfrm>
              <a:off x="285750" y="762000"/>
              <a:ext cx="33528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193" name="Google Shape;193;p16"/>
            <p:cNvSpPr txBox="1"/>
            <p:nvPr/>
          </p:nvSpPr>
          <p:spPr>
            <a:xfrm>
              <a:off x="285750" y="1000125"/>
              <a:ext cx="33528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20C7D9"/>
                  </a:solidFill>
                  <a:latin typeface="Barlow Condensed"/>
                  <a:ea typeface="Barlow Condensed"/>
                  <a:cs typeface="Barlow Condensed"/>
                  <a:sym typeface="Barlow Condensed"/>
                </a:rPr>
                <a:t>“</a:t>
              </a:r>
              <a:endParaRPr b="1" sz="2800">
                <a:solidFill>
                  <a:srgbClr val="20C7D9"/>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300">
                  <a:solidFill>
                    <a:srgbClr val="152534"/>
                  </a:solidFill>
                  <a:latin typeface="Source Sans 3"/>
                  <a:ea typeface="Source Sans 3"/>
                  <a:cs typeface="Source Sans 3"/>
                  <a:sym typeface="Source Sans 3"/>
                </a:rPr>
                <a:t>To establish a total customer satisfaction through quality product support and services by providing a best and effective quality solution and accountable after sales/service support.”</a:t>
              </a:r>
              <a:endParaRPr b="0" sz="1300">
                <a:solidFill>
                  <a:srgbClr val="152534"/>
                </a:solidFill>
                <a:latin typeface="Source Sans 3"/>
                <a:ea typeface="Source Sans 3"/>
                <a:cs typeface="Source Sans 3"/>
                <a:sym typeface="Source Sans 3"/>
              </a:endParaRPr>
            </a:p>
          </p:txBody>
        </p:sp>
      </p:grpSp>
      <p:grpSp>
        <p:nvGrpSpPr>
          <p:cNvPr id="194" name="Google Shape;194;p16"/>
          <p:cNvGrpSpPr/>
          <p:nvPr/>
        </p:nvGrpSpPr>
        <p:grpSpPr>
          <a:xfrm>
            <a:off x="4724400" y="1095375"/>
            <a:ext cx="3924300" cy="3333900"/>
            <a:chOff x="0" y="0"/>
            <a:chExt cx="3924300" cy="3333900"/>
          </a:xfrm>
        </p:grpSpPr>
        <p:sp>
          <p:nvSpPr>
            <p:cNvPr id="195" name="Google Shape;195;p16"/>
            <p:cNvSpPr/>
            <p:nvPr/>
          </p:nvSpPr>
          <p:spPr>
            <a:xfrm>
              <a:off x="0" y="0"/>
              <a:ext cx="3924300" cy="3333900"/>
            </a:xfrm>
            <a:prstGeom prst="roundRect">
              <a:avLst>
                <a:gd fmla="val 285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6"/>
            <p:cNvSpPr/>
            <p:nvPr/>
          </p:nvSpPr>
          <p:spPr>
            <a:xfrm>
              <a:off x="0" y="0"/>
              <a:ext cx="3924300" cy="573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6"/>
            <p:cNvSpPr txBox="1"/>
            <p:nvPr/>
          </p:nvSpPr>
          <p:spPr>
            <a:xfrm>
              <a:off x="285750" y="3017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145DA0"/>
                  </a:solidFill>
                  <a:latin typeface="Material Icons"/>
                  <a:ea typeface="Material Icons"/>
                  <a:cs typeface="Material Icons"/>
                  <a:sym typeface="Material Icons"/>
                </a:rPr>
                <a:t>visibility</a:t>
              </a:r>
              <a:endParaRPr sz="2400">
                <a:solidFill>
                  <a:srgbClr val="145DA0"/>
                </a:solidFill>
                <a:latin typeface="Material Icons"/>
                <a:ea typeface="Material Icons"/>
                <a:cs typeface="Material Icons"/>
                <a:sym typeface="Material Icons"/>
              </a:endParaRPr>
            </a:p>
          </p:txBody>
        </p:sp>
        <p:sp>
          <p:nvSpPr>
            <p:cNvPr id="198" name="Google Shape;198;p16"/>
            <p:cNvSpPr txBox="1"/>
            <p:nvPr/>
          </p:nvSpPr>
          <p:spPr>
            <a:xfrm>
              <a:off x="762000" y="285750"/>
              <a:ext cx="2857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50">
                  <a:solidFill>
                    <a:srgbClr val="145DA0"/>
                  </a:solidFill>
                  <a:latin typeface="Source Sans 3 ExtraBold"/>
                  <a:ea typeface="Source Sans 3 ExtraBold"/>
                  <a:cs typeface="Source Sans 3 ExtraBold"/>
                  <a:sym typeface="Source Sans 3 ExtraBold"/>
                </a:rPr>
                <a:t>OUR VISION</a:t>
              </a:r>
              <a:endParaRPr b="0" sz="850">
                <a:solidFill>
                  <a:srgbClr val="145DA0"/>
                </a:solidFill>
                <a:latin typeface="Source Sans 3 ExtraBold"/>
                <a:ea typeface="Source Sans 3 ExtraBold"/>
                <a:cs typeface="Source Sans 3 ExtraBold"/>
                <a:sym typeface="Source Sans 3 ExtraBold"/>
              </a:endParaRPr>
            </a:p>
          </p:txBody>
        </p:sp>
        <p:cxnSp>
          <p:nvCxnSpPr>
            <p:cNvPr id="199" name="Google Shape;199;p16"/>
            <p:cNvCxnSpPr/>
            <p:nvPr/>
          </p:nvCxnSpPr>
          <p:spPr>
            <a:xfrm>
              <a:off x="285750" y="762000"/>
              <a:ext cx="3352800" cy="0"/>
            </a:xfrm>
            <a:prstGeom prst="straightConnector1">
              <a:avLst/>
            </a:prstGeom>
            <a:solidFill>
              <a:srgbClr val="FFFFFF"/>
            </a:solidFill>
            <a:ln cap="flat" cmpd="sng" w="14300">
              <a:solidFill>
                <a:srgbClr val="F1F5F9"/>
              </a:solidFill>
              <a:prstDash val="solid"/>
              <a:round/>
              <a:headEnd len="sm" w="sm" type="none"/>
              <a:tailEnd len="sm" w="sm" type="none"/>
            </a:ln>
          </p:spPr>
        </p:cxnSp>
        <p:sp>
          <p:nvSpPr>
            <p:cNvPr id="200" name="Google Shape;200;p16"/>
            <p:cNvSpPr txBox="1"/>
            <p:nvPr/>
          </p:nvSpPr>
          <p:spPr>
            <a:xfrm>
              <a:off x="285750" y="1000125"/>
              <a:ext cx="33528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45DA0"/>
                  </a:solidFill>
                  <a:latin typeface="Barlow Condensed"/>
                  <a:ea typeface="Barlow Condensed"/>
                  <a:cs typeface="Barlow Condensed"/>
                  <a:sym typeface="Barlow Condensed"/>
                </a:rPr>
                <a:t>“</a:t>
              </a:r>
              <a:endParaRPr b="1" sz="2800">
                <a:solidFill>
                  <a:srgbClr val="145DA0"/>
                </a:solidFill>
                <a:latin typeface="Barlow Condensed"/>
                <a:ea typeface="Barlow Condensed"/>
                <a:cs typeface="Barlow Condensed"/>
                <a:sym typeface="Barlow Condensed"/>
              </a:endParaRPr>
            </a:p>
            <a:p>
              <a:pPr indent="0" lvl="0" marL="0" rtl="0" algn="l">
                <a:spcBef>
                  <a:spcPts val="1200"/>
                </a:spcBef>
                <a:spcAft>
                  <a:spcPts val="0"/>
                </a:spcAft>
                <a:buNone/>
              </a:pPr>
              <a:r>
                <a:rPr b="0" lang="en" sz="1300">
                  <a:solidFill>
                    <a:srgbClr val="152534"/>
                  </a:solidFill>
                  <a:latin typeface="Source Sans 3"/>
                  <a:ea typeface="Source Sans 3"/>
                  <a:cs typeface="Source Sans 3"/>
                  <a:sym typeface="Source Sans 3"/>
                </a:rPr>
                <a:t>We envision to be the one of the best supplier in term of sales and Technical support services known for its quality and in time services.”</a:t>
              </a:r>
              <a:endParaRPr b="0" sz="1300">
                <a:solidFill>
                  <a:srgbClr val="152534"/>
                </a:solidFill>
                <a:latin typeface="Source Sans 3"/>
                <a:ea typeface="Source Sans 3"/>
                <a:cs typeface="Source Sans 3"/>
                <a:sym typeface="Source Sans 3"/>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204" name="Shape 204"/>
        <p:cNvGrpSpPr/>
        <p:nvPr/>
      </p:nvGrpSpPr>
      <p:grpSpPr>
        <a:xfrm>
          <a:off x="0" y="0"/>
          <a:ext cx="0" cy="0"/>
          <a:chOff x="0" y="0"/>
          <a:chExt cx="0" cy="0"/>
        </a:xfrm>
      </p:grpSpPr>
      <p:grpSp>
        <p:nvGrpSpPr>
          <p:cNvPr id="205" name="Google Shape;205;p17"/>
          <p:cNvGrpSpPr/>
          <p:nvPr/>
        </p:nvGrpSpPr>
        <p:grpSpPr>
          <a:xfrm>
            <a:off x="495300" y="247650"/>
            <a:ext cx="8153550" cy="590700"/>
            <a:chOff x="495300" y="247650"/>
            <a:chExt cx="8153550" cy="590700"/>
          </a:xfrm>
        </p:grpSpPr>
        <p:sp>
          <p:nvSpPr>
            <p:cNvPr id="206" name="Google Shape;206;p17"/>
            <p:cNvSpPr txBox="1"/>
            <p:nvPr/>
          </p:nvSpPr>
          <p:spPr>
            <a:xfrm>
              <a:off x="495300" y="2476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05</a:t>
              </a:r>
              <a:endParaRPr b="1" sz="800">
                <a:solidFill>
                  <a:srgbClr val="145DA0"/>
                </a:solidFill>
                <a:latin typeface="Source Sans 3"/>
                <a:ea typeface="Source Sans 3"/>
                <a:cs typeface="Source Sans 3"/>
                <a:sym typeface="Source Sans 3"/>
              </a:endParaRPr>
            </a:p>
          </p:txBody>
        </p:sp>
        <p:sp>
          <p:nvSpPr>
            <p:cNvPr id="207" name="Google Shape;207;p17"/>
            <p:cNvSpPr txBox="1"/>
            <p:nvPr/>
          </p:nvSpPr>
          <p:spPr>
            <a:xfrm>
              <a:off x="495300" y="438150"/>
              <a:ext cx="476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52534"/>
                  </a:solidFill>
                  <a:latin typeface="Barlow Condensed"/>
                  <a:ea typeface="Barlow Condensed"/>
                  <a:cs typeface="Barlow Condensed"/>
                  <a:sym typeface="Barlow Condensed"/>
                </a:rPr>
                <a:t>Technical Service Portfolio</a:t>
              </a:r>
              <a:endParaRPr b="1" sz="2400">
                <a:solidFill>
                  <a:srgbClr val="152534"/>
                </a:solidFill>
                <a:latin typeface="Barlow Condensed"/>
                <a:ea typeface="Barlow Condensed"/>
                <a:cs typeface="Barlow Condensed"/>
                <a:sym typeface="Barlow Condensed"/>
              </a:endParaRPr>
            </a:p>
          </p:txBody>
        </p:sp>
        <p:sp>
          <p:nvSpPr>
            <p:cNvPr id="208" name="Google Shape;208;p17"/>
            <p:cNvSpPr/>
            <p:nvPr/>
          </p:nvSpPr>
          <p:spPr>
            <a:xfrm>
              <a:off x="7143750" y="400050"/>
              <a:ext cx="15051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09" name="Google Shape;209;p17"/>
          <p:cNvGrpSpPr/>
          <p:nvPr/>
        </p:nvGrpSpPr>
        <p:grpSpPr>
          <a:xfrm>
            <a:off x="495300" y="1095375"/>
            <a:ext cx="7981950" cy="3295725"/>
            <a:chOff x="495300" y="1095375"/>
            <a:chExt cx="7981950" cy="3295725"/>
          </a:xfrm>
        </p:grpSpPr>
        <p:grpSp>
          <p:nvGrpSpPr>
            <p:cNvPr id="210" name="Google Shape;210;p17"/>
            <p:cNvGrpSpPr/>
            <p:nvPr/>
          </p:nvGrpSpPr>
          <p:grpSpPr>
            <a:xfrm>
              <a:off x="495300" y="1095375"/>
              <a:ext cx="1866900" cy="1571700"/>
              <a:chOff x="0" y="0"/>
              <a:chExt cx="1866900" cy="1571700"/>
            </a:xfrm>
          </p:grpSpPr>
          <p:sp>
            <p:nvSpPr>
              <p:cNvPr id="211" name="Google Shape;211;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7"/>
              <p:cNvSpPr/>
              <p:nvPr/>
            </p:nvSpPr>
            <p:spPr>
              <a:xfrm>
                <a:off x="0" y="0"/>
                <a:ext cx="18669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build</a:t>
                </a:r>
                <a:r>
                  <a:rPr lang="en" sz="1100">
                    <a:solidFill>
                      <a:srgbClr val="20C7D9"/>
                    </a:solidFill>
                    <a:latin typeface="Source Sans 3"/>
                    <a:ea typeface="Source Sans 3"/>
                    <a:cs typeface="Source Sans 3"/>
                    <a:sym typeface="Source Sans 3"/>
                  </a:rPr>
                  <a:t>01</a:t>
                </a:r>
                <a:endParaRPr/>
              </a:p>
            </p:txBody>
          </p:sp>
          <p:sp>
            <p:nvSpPr>
              <p:cNvPr id="214" name="Google Shape;214;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Minor &amp; Major Repair</a:t>
                </a:r>
                <a:endParaRPr sz="1600">
                  <a:solidFill>
                    <a:srgbClr val="152534"/>
                  </a:solidFill>
                  <a:latin typeface="Barlow Condensed"/>
                  <a:ea typeface="Barlow Condensed"/>
                  <a:cs typeface="Barlow Condensed"/>
                  <a:sym typeface="Barlow Condensed"/>
                </a:endParaRPr>
              </a:p>
            </p:txBody>
          </p:sp>
        </p:grpSp>
        <p:grpSp>
          <p:nvGrpSpPr>
            <p:cNvPr id="215" name="Google Shape;215;p17"/>
            <p:cNvGrpSpPr/>
            <p:nvPr/>
          </p:nvGrpSpPr>
          <p:grpSpPr>
            <a:xfrm>
              <a:off x="2533650" y="1095375"/>
              <a:ext cx="1866900" cy="1571700"/>
              <a:chOff x="0" y="0"/>
              <a:chExt cx="1866900" cy="1571700"/>
            </a:xfrm>
          </p:grpSpPr>
          <p:sp>
            <p:nvSpPr>
              <p:cNvPr id="216" name="Google Shape;216;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7"/>
              <p:cNvSpPr/>
              <p:nvPr/>
            </p:nvSpPr>
            <p:spPr>
              <a:xfrm>
                <a:off x="0" y="0"/>
                <a:ext cx="18669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assessment</a:t>
                </a:r>
                <a:r>
                  <a:rPr lang="en" sz="1100">
                    <a:solidFill>
                      <a:srgbClr val="145DA0"/>
                    </a:solidFill>
                    <a:latin typeface="Source Sans 3"/>
                    <a:ea typeface="Source Sans 3"/>
                    <a:cs typeface="Source Sans 3"/>
                    <a:sym typeface="Source Sans 3"/>
                  </a:rPr>
                  <a:t>02</a:t>
                </a:r>
                <a:endParaRPr/>
              </a:p>
            </p:txBody>
          </p:sp>
          <p:sp>
            <p:nvSpPr>
              <p:cNvPr id="219" name="Google Shape;219;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Assessment &amp; Technical Support</a:t>
                </a:r>
                <a:endParaRPr sz="1600">
                  <a:solidFill>
                    <a:srgbClr val="152534"/>
                  </a:solidFill>
                  <a:latin typeface="Barlow Condensed"/>
                  <a:ea typeface="Barlow Condensed"/>
                  <a:cs typeface="Barlow Condensed"/>
                  <a:sym typeface="Barlow Condensed"/>
                </a:endParaRPr>
              </a:p>
            </p:txBody>
          </p:sp>
        </p:grpSp>
        <p:grpSp>
          <p:nvGrpSpPr>
            <p:cNvPr id="220" name="Google Shape;220;p17"/>
            <p:cNvGrpSpPr/>
            <p:nvPr/>
          </p:nvGrpSpPr>
          <p:grpSpPr>
            <a:xfrm>
              <a:off x="4572000" y="1095375"/>
              <a:ext cx="1866900" cy="1571700"/>
              <a:chOff x="0" y="0"/>
              <a:chExt cx="1866900" cy="1571700"/>
            </a:xfrm>
          </p:grpSpPr>
          <p:sp>
            <p:nvSpPr>
              <p:cNvPr id="221" name="Google Shape;221;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7"/>
              <p:cNvSpPr/>
              <p:nvPr/>
            </p:nvSpPr>
            <p:spPr>
              <a:xfrm>
                <a:off x="0" y="0"/>
                <a:ext cx="18669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published_with_changes</a:t>
                </a:r>
                <a:r>
                  <a:rPr lang="en" sz="1100">
                    <a:solidFill>
                      <a:srgbClr val="145DA0"/>
                    </a:solidFill>
                    <a:latin typeface="Source Sans 3"/>
                    <a:ea typeface="Source Sans 3"/>
                    <a:cs typeface="Source Sans 3"/>
                    <a:sym typeface="Source Sans 3"/>
                  </a:rPr>
                  <a:t>03</a:t>
                </a:r>
                <a:endParaRPr/>
              </a:p>
            </p:txBody>
          </p:sp>
          <p:sp>
            <p:nvSpPr>
              <p:cNvPr id="224" name="Google Shape;224;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Preventive &amp; Predictive Maintenance</a:t>
                </a:r>
                <a:endParaRPr sz="1600">
                  <a:solidFill>
                    <a:srgbClr val="152534"/>
                  </a:solidFill>
                  <a:latin typeface="Barlow Condensed"/>
                  <a:ea typeface="Barlow Condensed"/>
                  <a:cs typeface="Barlow Condensed"/>
                  <a:sym typeface="Barlow Condensed"/>
                </a:endParaRPr>
              </a:p>
            </p:txBody>
          </p:sp>
        </p:grpSp>
        <p:grpSp>
          <p:nvGrpSpPr>
            <p:cNvPr id="225" name="Google Shape;225;p17"/>
            <p:cNvGrpSpPr/>
            <p:nvPr/>
          </p:nvGrpSpPr>
          <p:grpSpPr>
            <a:xfrm>
              <a:off x="6610350" y="1095375"/>
              <a:ext cx="1866900" cy="1571700"/>
              <a:chOff x="0" y="0"/>
              <a:chExt cx="1866900" cy="1571700"/>
            </a:xfrm>
          </p:grpSpPr>
          <p:sp>
            <p:nvSpPr>
              <p:cNvPr id="226" name="Google Shape;226;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7"/>
              <p:cNvSpPr/>
              <p:nvPr/>
            </p:nvSpPr>
            <p:spPr>
              <a:xfrm>
                <a:off x="0" y="0"/>
                <a:ext cx="18669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verified</a:t>
                </a:r>
                <a:r>
                  <a:rPr lang="en" sz="1100">
                    <a:solidFill>
                      <a:srgbClr val="20C7D9"/>
                    </a:solidFill>
                    <a:latin typeface="Source Sans 3"/>
                    <a:ea typeface="Source Sans 3"/>
                    <a:cs typeface="Source Sans 3"/>
                    <a:sym typeface="Source Sans 3"/>
                  </a:rPr>
                  <a:t>04</a:t>
                </a:r>
                <a:endParaRPr/>
              </a:p>
            </p:txBody>
          </p:sp>
          <p:sp>
            <p:nvSpPr>
              <p:cNvPr id="229" name="Google Shape;229;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Process Support &amp; Qualification</a:t>
                </a:r>
                <a:endParaRPr sz="1600">
                  <a:solidFill>
                    <a:srgbClr val="152534"/>
                  </a:solidFill>
                  <a:latin typeface="Barlow Condensed"/>
                  <a:ea typeface="Barlow Condensed"/>
                  <a:cs typeface="Barlow Condensed"/>
                  <a:sym typeface="Barlow Condensed"/>
                </a:endParaRPr>
              </a:p>
            </p:txBody>
          </p:sp>
        </p:grpSp>
        <p:grpSp>
          <p:nvGrpSpPr>
            <p:cNvPr id="230" name="Google Shape;230;p17"/>
            <p:cNvGrpSpPr/>
            <p:nvPr/>
          </p:nvGrpSpPr>
          <p:grpSpPr>
            <a:xfrm>
              <a:off x="495300" y="2819400"/>
              <a:ext cx="1866900" cy="1571700"/>
              <a:chOff x="0" y="0"/>
              <a:chExt cx="1866900" cy="1571700"/>
            </a:xfrm>
          </p:grpSpPr>
          <p:sp>
            <p:nvSpPr>
              <p:cNvPr id="231" name="Google Shape;231;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7"/>
              <p:cNvSpPr/>
              <p:nvPr/>
            </p:nvSpPr>
            <p:spPr>
              <a:xfrm>
                <a:off x="0" y="0"/>
                <a:ext cx="18669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tune</a:t>
                </a:r>
                <a:r>
                  <a:rPr lang="en" sz="1100">
                    <a:solidFill>
                      <a:srgbClr val="145DA0"/>
                    </a:solidFill>
                    <a:latin typeface="Source Sans 3"/>
                    <a:ea typeface="Source Sans 3"/>
                    <a:cs typeface="Source Sans 3"/>
                    <a:sym typeface="Source Sans 3"/>
                  </a:rPr>
                  <a:t>05</a:t>
                </a:r>
                <a:endParaRPr/>
              </a:p>
            </p:txBody>
          </p:sp>
          <p:sp>
            <p:nvSpPr>
              <p:cNvPr id="234" name="Google Shape;234;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Machine Baselining &amp; A1 Conditioning</a:t>
                </a:r>
                <a:endParaRPr sz="1600">
                  <a:solidFill>
                    <a:srgbClr val="152534"/>
                  </a:solidFill>
                  <a:latin typeface="Barlow Condensed"/>
                  <a:ea typeface="Barlow Condensed"/>
                  <a:cs typeface="Barlow Condensed"/>
                  <a:sym typeface="Barlow Condensed"/>
                </a:endParaRPr>
              </a:p>
            </p:txBody>
          </p:sp>
        </p:grpSp>
        <p:grpSp>
          <p:nvGrpSpPr>
            <p:cNvPr id="235" name="Google Shape;235;p17"/>
            <p:cNvGrpSpPr/>
            <p:nvPr/>
          </p:nvGrpSpPr>
          <p:grpSpPr>
            <a:xfrm>
              <a:off x="2533650" y="2819400"/>
              <a:ext cx="1866900" cy="1571700"/>
              <a:chOff x="0" y="0"/>
              <a:chExt cx="1866900" cy="1571700"/>
            </a:xfrm>
          </p:grpSpPr>
          <p:sp>
            <p:nvSpPr>
              <p:cNvPr id="236" name="Google Shape;236;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7"/>
              <p:cNvSpPr/>
              <p:nvPr/>
            </p:nvSpPr>
            <p:spPr>
              <a:xfrm>
                <a:off x="0" y="0"/>
                <a:ext cx="18669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settings_suggest</a:t>
                </a:r>
                <a:r>
                  <a:rPr lang="en" sz="1100">
                    <a:solidFill>
                      <a:srgbClr val="145DA0"/>
                    </a:solidFill>
                    <a:latin typeface="Source Sans 3"/>
                    <a:ea typeface="Source Sans 3"/>
                    <a:cs typeface="Source Sans 3"/>
                    <a:sym typeface="Source Sans 3"/>
                  </a:rPr>
                  <a:t>06</a:t>
                </a:r>
                <a:endParaRPr/>
              </a:p>
            </p:txBody>
          </p:sp>
          <p:sp>
            <p:nvSpPr>
              <p:cNvPr id="239" name="Google Shape;239;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Rebuild &amp; Overhaul</a:t>
                </a:r>
                <a:endParaRPr sz="1600">
                  <a:solidFill>
                    <a:srgbClr val="152534"/>
                  </a:solidFill>
                  <a:latin typeface="Barlow Condensed"/>
                  <a:ea typeface="Barlow Condensed"/>
                  <a:cs typeface="Barlow Condensed"/>
                  <a:sym typeface="Barlow Condensed"/>
                </a:endParaRPr>
              </a:p>
            </p:txBody>
          </p:sp>
        </p:grpSp>
        <p:grpSp>
          <p:nvGrpSpPr>
            <p:cNvPr id="240" name="Google Shape;240;p17"/>
            <p:cNvGrpSpPr/>
            <p:nvPr/>
          </p:nvGrpSpPr>
          <p:grpSpPr>
            <a:xfrm>
              <a:off x="4572000" y="2819400"/>
              <a:ext cx="1866900" cy="1571700"/>
              <a:chOff x="0" y="0"/>
              <a:chExt cx="1866900" cy="1571700"/>
            </a:xfrm>
          </p:grpSpPr>
          <p:sp>
            <p:nvSpPr>
              <p:cNvPr id="241" name="Google Shape;241;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7"/>
              <p:cNvSpPr/>
              <p:nvPr/>
            </p:nvSpPr>
            <p:spPr>
              <a:xfrm>
                <a:off x="0" y="0"/>
                <a:ext cx="18669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extension</a:t>
                </a:r>
                <a:r>
                  <a:rPr lang="en" sz="1100">
                    <a:solidFill>
                      <a:srgbClr val="20C7D9"/>
                    </a:solidFill>
                    <a:latin typeface="Source Sans 3"/>
                    <a:ea typeface="Source Sans 3"/>
                    <a:cs typeface="Source Sans 3"/>
                    <a:sym typeface="Source Sans 3"/>
                  </a:rPr>
                  <a:t>07</a:t>
                </a:r>
                <a:endParaRPr/>
              </a:p>
            </p:txBody>
          </p:sp>
          <p:sp>
            <p:nvSpPr>
              <p:cNvPr id="244" name="Google Shape;244;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Parts Replacement &amp; Calibration</a:t>
                </a:r>
                <a:endParaRPr sz="1600">
                  <a:solidFill>
                    <a:srgbClr val="152534"/>
                  </a:solidFill>
                  <a:latin typeface="Barlow Condensed"/>
                  <a:ea typeface="Barlow Condensed"/>
                  <a:cs typeface="Barlow Condensed"/>
                  <a:sym typeface="Barlow Condensed"/>
                </a:endParaRPr>
              </a:p>
            </p:txBody>
          </p:sp>
        </p:grpSp>
        <p:grpSp>
          <p:nvGrpSpPr>
            <p:cNvPr id="245" name="Google Shape;245;p17"/>
            <p:cNvGrpSpPr/>
            <p:nvPr/>
          </p:nvGrpSpPr>
          <p:grpSpPr>
            <a:xfrm>
              <a:off x="6610350" y="2819400"/>
              <a:ext cx="1866900" cy="1571700"/>
              <a:chOff x="0" y="0"/>
              <a:chExt cx="1866900" cy="1571700"/>
            </a:xfrm>
          </p:grpSpPr>
          <p:sp>
            <p:nvSpPr>
              <p:cNvPr id="246" name="Google Shape;246;p17"/>
              <p:cNvSpPr/>
              <p:nvPr/>
            </p:nvSpPr>
            <p:spPr>
              <a:xfrm>
                <a:off x="0" y="0"/>
                <a:ext cx="1866900" cy="1571700"/>
              </a:xfrm>
              <a:prstGeom prst="roundRect">
                <a:avLst>
                  <a:gd fmla="val 48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17"/>
              <p:cNvSpPr/>
              <p:nvPr/>
            </p:nvSpPr>
            <p:spPr>
              <a:xfrm>
                <a:off x="0" y="0"/>
                <a:ext cx="18669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7"/>
              <p:cNvSpPr txBox="1"/>
              <p:nvPr/>
            </p:nvSpPr>
            <p:spPr>
              <a:xfrm>
                <a:off x="152400" y="190500"/>
                <a:ext cx="15621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rgbClr val="145DA0"/>
                    </a:solidFill>
                    <a:latin typeface="Material Icons"/>
                    <a:ea typeface="Material Icons"/>
                    <a:cs typeface="Material Icons"/>
                    <a:sym typeface="Material Icons"/>
                  </a:rPr>
                  <a:t>school</a:t>
                </a:r>
                <a:r>
                  <a:rPr lang="en" sz="1100">
                    <a:solidFill>
                      <a:srgbClr val="145DA0"/>
                    </a:solidFill>
                    <a:latin typeface="Source Sans 3"/>
                    <a:ea typeface="Source Sans 3"/>
                    <a:cs typeface="Source Sans 3"/>
                    <a:sym typeface="Source Sans 3"/>
                  </a:rPr>
                  <a:t>08</a:t>
                </a:r>
                <a:endParaRPr/>
              </a:p>
            </p:txBody>
          </p:sp>
          <p:sp>
            <p:nvSpPr>
              <p:cNvPr id="249" name="Google Shape;249;p17"/>
              <p:cNvSpPr txBox="1"/>
              <p:nvPr/>
            </p:nvSpPr>
            <p:spPr>
              <a:xfrm>
                <a:off x="152400" y="619125"/>
                <a:ext cx="1562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600">
                    <a:solidFill>
                      <a:srgbClr val="152534"/>
                    </a:solidFill>
                    <a:latin typeface="Barlow Condensed"/>
                    <a:ea typeface="Barlow Condensed"/>
                    <a:cs typeface="Barlow Condensed"/>
                    <a:sym typeface="Barlow Condensed"/>
                  </a:rPr>
                  <a:t>Technical Training</a:t>
                </a:r>
                <a:endParaRPr sz="1600">
                  <a:solidFill>
                    <a:srgbClr val="152534"/>
                  </a:solidFill>
                  <a:latin typeface="Barlow Condensed"/>
                  <a:ea typeface="Barlow Condensed"/>
                  <a:cs typeface="Barlow Condensed"/>
                  <a:sym typeface="Barlow Condensed"/>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253" name="Shape 253"/>
        <p:cNvGrpSpPr/>
        <p:nvPr/>
      </p:nvGrpSpPr>
      <p:grpSpPr>
        <a:xfrm>
          <a:off x="0" y="0"/>
          <a:ext cx="0" cy="0"/>
          <a:chOff x="0" y="0"/>
          <a:chExt cx="0" cy="0"/>
        </a:xfrm>
      </p:grpSpPr>
      <p:grpSp>
        <p:nvGrpSpPr>
          <p:cNvPr id="254" name="Google Shape;254;p18"/>
          <p:cNvGrpSpPr/>
          <p:nvPr/>
        </p:nvGrpSpPr>
        <p:grpSpPr>
          <a:xfrm>
            <a:off x="495300" y="289322"/>
            <a:ext cx="6286500" cy="600581"/>
            <a:chOff x="0" y="9525"/>
            <a:chExt cx="16764000" cy="1601550"/>
          </a:xfrm>
        </p:grpSpPr>
        <p:sp>
          <p:nvSpPr>
            <p:cNvPr id="255" name="Google Shape;255;p18"/>
            <p:cNvSpPr txBox="1"/>
            <p:nvPr/>
          </p:nvSpPr>
          <p:spPr>
            <a:xfrm>
              <a:off x="0" y="9525"/>
              <a:ext cx="38100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700" u="none" cap="none" strike="noStrike">
                  <a:solidFill>
                    <a:srgbClr val="145DA0"/>
                  </a:solidFill>
                  <a:latin typeface="Source Sans 3"/>
                  <a:ea typeface="Source Sans 3"/>
                  <a:cs typeface="Source Sans 3"/>
                  <a:sym typeface="Source Sans 3"/>
                </a:rPr>
                <a:t>CLM  /  06</a:t>
              </a:r>
              <a:endParaRPr sz="700"/>
            </a:p>
          </p:txBody>
        </p:sp>
        <p:sp>
          <p:nvSpPr>
            <p:cNvPr id="256" name="Google Shape;256;p18"/>
            <p:cNvSpPr txBox="1"/>
            <p:nvPr/>
          </p:nvSpPr>
          <p:spPr>
            <a:xfrm>
              <a:off x="0" y="714375"/>
              <a:ext cx="16764000" cy="896700"/>
            </a:xfrm>
            <a:prstGeom prst="rect">
              <a:avLst/>
            </a:prstGeom>
            <a:noFill/>
            <a:ln>
              <a:noFill/>
            </a:ln>
          </p:spPr>
          <p:txBody>
            <a:bodyPr anchorCtr="0" anchor="t" bIns="0" lIns="0" spcFirstLastPara="1" rIns="0" wrap="square" tIns="0">
              <a:spAutoFit/>
            </a:bodyPr>
            <a:lstStyle/>
            <a:p>
              <a:pPr indent="0" lvl="0" marL="0" marR="0" rtl="0" algn="l">
                <a:lnSpc>
                  <a:spcPct val="94989"/>
                </a:lnSpc>
                <a:spcBef>
                  <a:spcPts val="0"/>
                </a:spcBef>
                <a:spcAft>
                  <a:spcPts val="0"/>
                </a:spcAft>
                <a:buNone/>
              </a:pPr>
              <a:r>
                <a:rPr b="1" i="0" lang="en" sz="2300" u="none" cap="none" strike="noStrike">
                  <a:solidFill>
                    <a:srgbClr val="152534"/>
                  </a:solidFill>
                  <a:latin typeface="Barlow Condensed"/>
                  <a:ea typeface="Barlow Condensed"/>
                  <a:cs typeface="Barlow Condensed"/>
                  <a:sym typeface="Barlow Condensed"/>
                </a:rPr>
                <a:t>Preventive Maintenance</a:t>
              </a:r>
              <a:endParaRPr sz="700"/>
            </a:p>
          </p:txBody>
        </p:sp>
      </p:grpSp>
      <p:grpSp>
        <p:nvGrpSpPr>
          <p:cNvPr id="257" name="Google Shape;257;p18"/>
          <p:cNvGrpSpPr/>
          <p:nvPr/>
        </p:nvGrpSpPr>
        <p:grpSpPr>
          <a:xfrm>
            <a:off x="7429500" y="357188"/>
            <a:ext cx="1219200" cy="33338"/>
            <a:chOff x="0" y="-38100"/>
            <a:chExt cx="3251200" cy="88900"/>
          </a:xfrm>
        </p:grpSpPr>
        <p:sp>
          <p:nvSpPr>
            <p:cNvPr id="258" name="Google Shape;258;p18"/>
            <p:cNvSpPr/>
            <p:nvPr/>
          </p:nvSpPr>
          <p:spPr>
            <a:xfrm>
              <a:off x="0" y="0"/>
              <a:ext cx="3251200" cy="50800"/>
            </a:xfrm>
            <a:custGeom>
              <a:rect b="b" l="l" r="r" t="t"/>
              <a:pathLst>
                <a:path extrusionOk="0" h="50800" w="3251200">
                  <a:moveTo>
                    <a:pt x="0" y="0"/>
                  </a:moveTo>
                  <a:lnTo>
                    <a:pt x="3251200" y="0"/>
                  </a:lnTo>
                  <a:lnTo>
                    <a:pt x="3251200" y="50800"/>
                  </a:lnTo>
                  <a:lnTo>
                    <a:pt x="0" y="50800"/>
                  </a:lnTo>
                  <a:close/>
                </a:path>
              </a:pathLst>
            </a:custGeom>
            <a:solidFill>
              <a:srgbClr val="145DA0"/>
            </a:solidFill>
            <a:ln>
              <a:noFill/>
            </a:ln>
          </p:spPr>
        </p:sp>
        <p:sp>
          <p:nvSpPr>
            <p:cNvPr id="259" name="Google Shape;259;p18"/>
            <p:cNvSpPr txBox="1"/>
            <p:nvPr/>
          </p:nvSpPr>
          <p:spPr>
            <a:xfrm>
              <a:off x="0" y="-38100"/>
              <a:ext cx="3251100" cy="88800"/>
            </a:xfrm>
            <a:prstGeom prst="rect">
              <a:avLst/>
            </a:prstGeom>
            <a:noFill/>
            <a:ln>
              <a:noFill/>
            </a:ln>
          </p:spPr>
          <p:txBody>
            <a:bodyPr anchorCtr="0" anchor="ctr" bIns="25400" lIns="25400" spcFirstLastPara="1" rIns="25400" wrap="square" tIns="25400">
              <a:noAutofit/>
            </a:bodyPr>
            <a:lstStyle/>
            <a:p>
              <a:pPr indent="0" lvl="0" marL="0" marR="0" rtl="0" algn="l">
                <a:lnSpc>
                  <a:spcPct val="93277"/>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60" name="Google Shape;260;p18"/>
          <p:cNvGrpSpPr/>
          <p:nvPr/>
        </p:nvGrpSpPr>
        <p:grpSpPr>
          <a:xfrm>
            <a:off x="495300" y="1143000"/>
            <a:ext cx="2590800" cy="2333700"/>
            <a:chOff x="0" y="0"/>
            <a:chExt cx="2590800" cy="2333700"/>
          </a:xfrm>
        </p:grpSpPr>
        <p:sp>
          <p:nvSpPr>
            <p:cNvPr id="261" name="Google Shape;261;p18"/>
            <p:cNvSpPr/>
            <p:nvPr/>
          </p:nvSpPr>
          <p:spPr>
            <a:xfrm>
              <a:off x="0" y="0"/>
              <a:ext cx="2590800" cy="2333700"/>
            </a:xfrm>
            <a:prstGeom prst="roundRect">
              <a:avLst>
                <a:gd fmla="val 40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p:nvPr/>
          </p:nvSpPr>
          <p:spPr>
            <a:xfrm>
              <a:off x="0" y="0"/>
              <a:ext cx="2590800" cy="573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txBox="1"/>
            <p:nvPr/>
          </p:nvSpPr>
          <p:spPr>
            <a:xfrm>
              <a:off x="228600" y="228600"/>
              <a:ext cx="21336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400">
                  <a:solidFill>
                    <a:srgbClr val="145DA0"/>
                  </a:solidFill>
                  <a:latin typeface="Material Icons"/>
                  <a:ea typeface="Material Icons"/>
                  <a:cs typeface="Material Icons"/>
                  <a:sym typeface="Material Icons"/>
                </a:rPr>
                <a:t>update</a:t>
              </a:r>
              <a:endParaRPr sz="2400">
                <a:solidFill>
                  <a:srgbClr val="145DA0"/>
                </a:solidFill>
                <a:latin typeface="Material Icons"/>
                <a:ea typeface="Material Icons"/>
                <a:cs typeface="Material Icons"/>
                <a:sym typeface="Material Icons"/>
              </a:endParaRPr>
            </a:p>
            <a:p>
              <a:pPr indent="0" lvl="0" marL="0" rtl="0" algn="l">
                <a:spcBef>
                  <a:spcPts val="300"/>
                </a:spcBef>
                <a:spcAft>
                  <a:spcPts val="0"/>
                </a:spcAft>
                <a:buNone/>
              </a:pPr>
              <a:r>
                <a:rPr b="1" lang="en" sz="4200">
                  <a:solidFill>
                    <a:srgbClr val="145DA0"/>
                  </a:solidFill>
                  <a:latin typeface="Barlow Condensed"/>
                  <a:ea typeface="Barlow Condensed"/>
                  <a:cs typeface="Barlow Condensed"/>
                  <a:sym typeface="Barlow Condensed"/>
                </a:rPr>
                <a:t>13</a:t>
              </a:r>
              <a:r>
                <a:rPr lang="en">
                  <a:latin typeface="Source Sans 3"/>
                  <a:ea typeface="Source Sans 3"/>
                  <a:cs typeface="Source Sans 3"/>
                  <a:sym typeface="Source Sans 3"/>
                </a:rPr>
                <a:t> </a:t>
              </a:r>
              <a:r>
                <a:rPr b="0" lang="en" sz="800">
                  <a:solidFill>
                    <a:srgbClr val="687785"/>
                  </a:solidFill>
                  <a:latin typeface="Source Sans 3 ExtraBold"/>
                  <a:ea typeface="Source Sans 3 ExtraBold"/>
                  <a:cs typeface="Source Sans 3 ExtraBold"/>
                  <a:sym typeface="Source Sans 3 ExtraBold"/>
                </a:rPr>
                <a:t>WEEKS / QUARTERLY</a:t>
              </a:r>
              <a:endParaRPr>
                <a:latin typeface="Source Sans 3"/>
                <a:ea typeface="Source Sans 3"/>
                <a:cs typeface="Source Sans 3"/>
                <a:sym typeface="Source Sans 3"/>
              </a:endParaRPr>
            </a:p>
            <a:p>
              <a:pPr indent="0" lvl="0" marL="0" rtl="0" algn="l">
                <a:spcBef>
                  <a:spcPts val="1050"/>
                </a:spcBef>
                <a:spcAft>
                  <a:spcPts val="0"/>
                </a:spcAft>
                <a:buNone/>
              </a:pPr>
              <a:r>
                <a:rPr b="0" lang="en" sz="1200">
                  <a:solidFill>
                    <a:srgbClr val="152534"/>
                  </a:solidFill>
                  <a:latin typeface="Source Sans 3"/>
                  <a:ea typeface="Source Sans 3"/>
                  <a:cs typeface="Source Sans 3"/>
                  <a:sym typeface="Source Sans 3"/>
                </a:rPr>
                <a:t>Quarterly maintenance and condition checks</a:t>
              </a:r>
              <a:endParaRPr b="0" sz="1200">
                <a:solidFill>
                  <a:srgbClr val="152534"/>
                </a:solidFill>
                <a:latin typeface="Source Sans 3"/>
                <a:ea typeface="Source Sans 3"/>
                <a:cs typeface="Source Sans 3"/>
                <a:sym typeface="Source Sans 3"/>
              </a:endParaRPr>
            </a:p>
          </p:txBody>
        </p:sp>
      </p:grpSp>
      <p:grpSp>
        <p:nvGrpSpPr>
          <p:cNvPr id="264" name="Google Shape;264;p18"/>
          <p:cNvGrpSpPr/>
          <p:nvPr/>
        </p:nvGrpSpPr>
        <p:grpSpPr>
          <a:xfrm>
            <a:off x="3276600" y="1143000"/>
            <a:ext cx="2590800" cy="2333700"/>
            <a:chOff x="0" y="0"/>
            <a:chExt cx="2590800" cy="2333700"/>
          </a:xfrm>
        </p:grpSpPr>
        <p:sp>
          <p:nvSpPr>
            <p:cNvPr id="265" name="Google Shape;265;p18"/>
            <p:cNvSpPr/>
            <p:nvPr/>
          </p:nvSpPr>
          <p:spPr>
            <a:xfrm>
              <a:off x="0" y="0"/>
              <a:ext cx="2590800" cy="2333700"/>
            </a:xfrm>
            <a:prstGeom prst="roundRect">
              <a:avLst>
                <a:gd fmla="val 40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18"/>
            <p:cNvSpPr/>
            <p:nvPr/>
          </p:nvSpPr>
          <p:spPr>
            <a:xfrm>
              <a:off x="0" y="0"/>
              <a:ext cx="2590800" cy="573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8"/>
            <p:cNvSpPr txBox="1"/>
            <p:nvPr/>
          </p:nvSpPr>
          <p:spPr>
            <a:xfrm>
              <a:off x="228600" y="228600"/>
              <a:ext cx="21336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400">
                  <a:solidFill>
                    <a:srgbClr val="20C7D9"/>
                  </a:solidFill>
                  <a:latin typeface="Material Icons"/>
                  <a:ea typeface="Material Icons"/>
                  <a:cs typeface="Material Icons"/>
                  <a:sym typeface="Material Icons"/>
                </a:rPr>
                <a:t>build_circle</a:t>
              </a:r>
              <a:endParaRPr sz="2400">
                <a:solidFill>
                  <a:srgbClr val="20C7D9"/>
                </a:solidFill>
                <a:latin typeface="Material Icons"/>
                <a:ea typeface="Material Icons"/>
                <a:cs typeface="Material Icons"/>
                <a:sym typeface="Material Icons"/>
              </a:endParaRPr>
            </a:p>
            <a:p>
              <a:pPr indent="0" lvl="0" marL="0" rtl="0" algn="l">
                <a:spcBef>
                  <a:spcPts val="300"/>
                </a:spcBef>
                <a:spcAft>
                  <a:spcPts val="0"/>
                </a:spcAft>
                <a:buNone/>
              </a:pPr>
              <a:r>
                <a:rPr b="1" lang="en" sz="4200">
                  <a:solidFill>
                    <a:srgbClr val="145DA0"/>
                  </a:solidFill>
                  <a:latin typeface="Barlow Condensed"/>
                  <a:ea typeface="Barlow Condensed"/>
                  <a:cs typeface="Barlow Condensed"/>
                  <a:sym typeface="Barlow Condensed"/>
                </a:rPr>
                <a:t>26</a:t>
              </a:r>
              <a:r>
                <a:rPr lang="en">
                  <a:latin typeface="Source Sans 3"/>
                  <a:ea typeface="Source Sans 3"/>
                  <a:cs typeface="Source Sans 3"/>
                  <a:sym typeface="Source Sans 3"/>
                </a:rPr>
                <a:t> </a:t>
              </a:r>
              <a:r>
                <a:rPr b="0" lang="en" sz="800">
                  <a:solidFill>
                    <a:srgbClr val="687785"/>
                  </a:solidFill>
                  <a:latin typeface="Source Sans 3 ExtraBold"/>
                  <a:ea typeface="Source Sans 3 ExtraBold"/>
                  <a:cs typeface="Source Sans 3 ExtraBold"/>
                  <a:sym typeface="Source Sans 3 ExtraBold"/>
                </a:rPr>
                <a:t>WEEKS / SEMIANNUAL</a:t>
              </a:r>
              <a:endParaRPr>
                <a:latin typeface="Source Sans 3"/>
                <a:ea typeface="Source Sans 3"/>
                <a:cs typeface="Source Sans 3"/>
                <a:sym typeface="Source Sans 3"/>
              </a:endParaRPr>
            </a:p>
            <a:p>
              <a:pPr indent="0" lvl="0" marL="0" rtl="0" algn="l">
                <a:spcBef>
                  <a:spcPts val="1050"/>
                </a:spcBef>
                <a:spcAft>
                  <a:spcPts val="0"/>
                </a:spcAft>
                <a:buNone/>
              </a:pPr>
              <a:r>
                <a:rPr b="0" lang="en" sz="1200">
                  <a:solidFill>
                    <a:srgbClr val="152534"/>
                  </a:solidFill>
                  <a:latin typeface="Source Sans 3"/>
                  <a:ea typeface="Source Sans 3"/>
                  <a:cs typeface="Source Sans 3"/>
                  <a:sym typeface="Source Sans 3"/>
                </a:rPr>
                <a:t>Semiannual comprehensive maintenance</a:t>
              </a:r>
              <a:endParaRPr b="0" sz="1200">
                <a:solidFill>
                  <a:srgbClr val="152534"/>
                </a:solidFill>
                <a:latin typeface="Source Sans 3"/>
                <a:ea typeface="Source Sans 3"/>
                <a:cs typeface="Source Sans 3"/>
                <a:sym typeface="Source Sans 3"/>
              </a:endParaRPr>
            </a:p>
          </p:txBody>
        </p:sp>
      </p:grpSp>
      <p:grpSp>
        <p:nvGrpSpPr>
          <p:cNvPr id="268" name="Google Shape;268;p18"/>
          <p:cNvGrpSpPr/>
          <p:nvPr/>
        </p:nvGrpSpPr>
        <p:grpSpPr>
          <a:xfrm>
            <a:off x="6057900" y="1143000"/>
            <a:ext cx="2590800" cy="2333700"/>
            <a:chOff x="0" y="0"/>
            <a:chExt cx="2590800" cy="2333700"/>
          </a:xfrm>
        </p:grpSpPr>
        <p:sp>
          <p:nvSpPr>
            <p:cNvPr id="269" name="Google Shape;269;p18"/>
            <p:cNvSpPr/>
            <p:nvPr/>
          </p:nvSpPr>
          <p:spPr>
            <a:xfrm>
              <a:off x="0" y="0"/>
              <a:ext cx="2590800" cy="2333700"/>
            </a:xfrm>
            <a:prstGeom prst="roundRect">
              <a:avLst>
                <a:gd fmla="val 408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8"/>
            <p:cNvSpPr/>
            <p:nvPr/>
          </p:nvSpPr>
          <p:spPr>
            <a:xfrm>
              <a:off x="0" y="0"/>
              <a:ext cx="2590800" cy="57300"/>
            </a:xfrm>
            <a:prstGeom prst="roundRect">
              <a:avLst>
                <a:gd fmla="val 50000" name="adj"/>
              </a:avLst>
            </a:prstGeom>
            <a:solidFill>
              <a:srgbClr val="0718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8"/>
            <p:cNvSpPr txBox="1"/>
            <p:nvPr/>
          </p:nvSpPr>
          <p:spPr>
            <a:xfrm>
              <a:off x="228600" y="228600"/>
              <a:ext cx="21336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400">
                  <a:solidFill>
                    <a:srgbClr val="145DA0"/>
                  </a:solidFill>
                  <a:latin typeface="Material Icons"/>
                  <a:ea typeface="Material Icons"/>
                  <a:cs typeface="Material Icons"/>
                  <a:sym typeface="Material Icons"/>
                </a:rPr>
                <a:t>verified</a:t>
              </a:r>
              <a:endParaRPr sz="2400">
                <a:solidFill>
                  <a:srgbClr val="145DA0"/>
                </a:solidFill>
                <a:latin typeface="Material Icons"/>
                <a:ea typeface="Material Icons"/>
                <a:cs typeface="Material Icons"/>
                <a:sym typeface="Material Icons"/>
              </a:endParaRPr>
            </a:p>
            <a:p>
              <a:pPr indent="0" lvl="0" marL="0" rtl="0" algn="l">
                <a:spcBef>
                  <a:spcPts val="300"/>
                </a:spcBef>
                <a:spcAft>
                  <a:spcPts val="0"/>
                </a:spcAft>
                <a:buNone/>
              </a:pPr>
              <a:r>
                <a:rPr b="1" lang="en" sz="4200">
                  <a:solidFill>
                    <a:srgbClr val="145DA0"/>
                  </a:solidFill>
                  <a:latin typeface="Barlow Condensed"/>
                  <a:ea typeface="Barlow Condensed"/>
                  <a:cs typeface="Barlow Condensed"/>
                  <a:sym typeface="Barlow Condensed"/>
                </a:rPr>
                <a:t>52</a:t>
              </a:r>
              <a:r>
                <a:rPr lang="en">
                  <a:latin typeface="Source Sans 3"/>
                  <a:ea typeface="Source Sans 3"/>
                  <a:cs typeface="Source Sans 3"/>
                  <a:sym typeface="Source Sans 3"/>
                </a:rPr>
                <a:t> </a:t>
              </a:r>
              <a:r>
                <a:rPr b="0" lang="en" sz="800">
                  <a:solidFill>
                    <a:srgbClr val="687785"/>
                  </a:solidFill>
                  <a:latin typeface="Source Sans 3 ExtraBold"/>
                  <a:ea typeface="Source Sans 3 ExtraBold"/>
                  <a:cs typeface="Source Sans 3 ExtraBold"/>
                  <a:sym typeface="Source Sans 3 ExtraBold"/>
                </a:rPr>
                <a:t>WEEKS / ANNUAL</a:t>
              </a:r>
              <a:endParaRPr>
                <a:latin typeface="Source Sans 3"/>
                <a:ea typeface="Source Sans 3"/>
                <a:cs typeface="Source Sans 3"/>
                <a:sym typeface="Source Sans 3"/>
              </a:endParaRPr>
            </a:p>
            <a:p>
              <a:pPr indent="0" lvl="0" marL="0" rtl="0" algn="l">
                <a:spcBef>
                  <a:spcPts val="1050"/>
                </a:spcBef>
                <a:spcAft>
                  <a:spcPts val="0"/>
                </a:spcAft>
                <a:buNone/>
              </a:pPr>
              <a:r>
                <a:rPr b="0" lang="en" sz="1200">
                  <a:solidFill>
                    <a:srgbClr val="152534"/>
                  </a:solidFill>
                  <a:latin typeface="Source Sans 3"/>
                  <a:ea typeface="Source Sans 3"/>
                  <a:cs typeface="Source Sans 3"/>
                  <a:sym typeface="Source Sans 3"/>
                </a:rPr>
                <a:t>Annual deep inspection and major servicing</a:t>
              </a:r>
              <a:endParaRPr b="0" sz="1200">
                <a:solidFill>
                  <a:srgbClr val="152534"/>
                </a:solidFill>
                <a:latin typeface="Source Sans 3"/>
                <a:ea typeface="Source Sans 3"/>
                <a:cs typeface="Source Sans 3"/>
                <a:sym typeface="Source Sans 3"/>
              </a:endParaRPr>
            </a:p>
          </p:txBody>
        </p:sp>
      </p:grpSp>
      <p:grpSp>
        <p:nvGrpSpPr>
          <p:cNvPr id="272" name="Google Shape;272;p18"/>
          <p:cNvGrpSpPr/>
          <p:nvPr/>
        </p:nvGrpSpPr>
        <p:grpSpPr>
          <a:xfrm>
            <a:off x="495300" y="3733800"/>
            <a:ext cx="8153400" cy="552600"/>
            <a:chOff x="0" y="0"/>
            <a:chExt cx="8153400" cy="552600"/>
          </a:xfrm>
        </p:grpSpPr>
        <p:sp>
          <p:nvSpPr>
            <p:cNvPr id="273" name="Google Shape;273;p18"/>
            <p:cNvSpPr/>
            <p:nvPr/>
          </p:nvSpPr>
          <p:spPr>
            <a:xfrm>
              <a:off x="0" y="0"/>
              <a:ext cx="8153400" cy="552600"/>
            </a:xfrm>
            <a:prstGeom prst="roundRect">
              <a:avLst>
                <a:gd fmla="val 13793" name="adj"/>
              </a:avLst>
            </a:prstGeom>
            <a:solidFill>
              <a:srgbClr val="0718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18"/>
            <p:cNvSpPr/>
            <p:nvPr/>
          </p:nvSpPr>
          <p:spPr>
            <a:xfrm>
              <a:off x="0" y="0"/>
              <a:ext cx="38100" cy="5526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18"/>
            <p:cNvSpPr txBox="1"/>
            <p:nvPr/>
          </p:nvSpPr>
          <p:spPr>
            <a:xfrm>
              <a:off x="228600" y="0"/>
              <a:ext cx="7696200" cy="552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FFFFFF"/>
                  </a:solidFill>
                  <a:latin typeface="Source Sans 3"/>
                  <a:ea typeface="Source Sans 3"/>
                  <a:cs typeface="Source Sans 3"/>
                  <a:sym typeface="Source Sans 3"/>
                </a:rPr>
                <a:t>Maintenance schedules are customizable per equipment and customer requirements.</a:t>
              </a:r>
              <a:endParaRPr b="1" sz="1000">
                <a:solidFill>
                  <a:srgbClr val="FFFFFF"/>
                </a:solidFill>
                <a:latin typeface="Source Sans 3"/>
                <a:ea typeface="Source Sans 3"/>
                <a:cs typeface="Source Sans 3"/>
                <a:sym typeface="Source Sans 3"/>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9" name="Shape 279"/>
        <p:cNvGrpSpPr/>
        <p:nvPr/>
      </p:nvGrpSpPr>
      <p:grpSpPr>
        <a:xfrm>
          <a:off x="0" y="0"/>
          <a:ext cx="0" cy="0"/>
          <a:chOff x="0" y="0"/>
          <a:chExt cx="0" cy="0"/>
        </a:xfrm>
      </p:grpSpPr>
      <p:grpSp>
        <p:nvGrpSpPr>
          <p:cNvPr id="280" name="Google Shape;280;p19"/>
          <p:cNvGrpSpPr/>
          <p:nvPr/>
        </p:nvGrpSpPr>
        <p:grpSpPr>
          <a:xfrm>
            <a:off x="495300" y="247650"/>
            <a:ext cx="8153550" cy="590700"/>
            <a:chOff x="495300" y="247650"/>
            <a:chExt cx="8153550" cy="590700"/>
          </a:xfrm>
        </p:grpSpPr>
        <p:sp>
          <p:nvSpPr>
            <p:cNvPr id="281" name="Google Shape;281;p19"/>
            <p:cNvSpPr txBox="1"/>
            <p:nvPr/>
          </p:nvSpPr>
          <p:spPr>
            <a:xfrm>
              <a:off x="495300" y="247650"/>
              <a:ext cx="2857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07</a:t>
              </a:r>
              <a:endParaRPr b="1" sz="800">
                <a:solidFill>
                  <a:srgbClr val="145DA0"/>
                </a:solidFill>
                <a:latin typeface="Source Sans 3"/>
                <a:ea typeface="Source Sans 3"/>
                <a:cs typeface="Source Sans 3"/>
                <a:sym typeface="Source Sans 3"/>
              </a:endParaRPr>
            </a:p>
          </p:txBody>
        </p:sp>
        <p:sp>
          <p:nvSpPr>
            <p:cNvPr id="282" name="Google Shape;282;p19"/>
            <p:cNvSpPr txBox="1"/>
            <p:nvPr/>
          </p:nvSpPr>
          <p:spPr>
            <a:xfrm>
              <a:off x="495300" y="438150"/>
              <a:ext cx="476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152534"/>
                  </a:solidFill>
                  <a:latin typeface="Barlow Condensed"/>
                  <a:ea typeface="Barlow Condensed"/>
                  <a:cs typeface="Barlow Condensed"/>
                  <a:sym typeface="Barlow Condensed"/>
                </a:rPr>
                <a:t>Equipment Expertise</a:t>
              </a:r>
              <a:endParaRPr b="1" sz="2400">
                <a:solidFill>
                  <a:srgbClr val="152534"/>
                </a:solidFill>
                <a:latin typeface="Barlow Condensed"/>
                <a:ea typeface="Barlow Condensed"/>
                <a:cs typeface="Barlow Condensed"/>
                <a:sym typeface="Barlow Condensed"/>
              </a:endParaRPr>
            </a:p>
          </p:txBody>
        </p:sp>
        <p:sp>
          <p:nvSpPr>
            <p:cNvPr id="283" name="Google Shape;283;p19"/>
            <p:cNvSpPr/>
            <p:nvPr/>
          </p:nvSpPr>
          <p:spPr>
            <a:xfrm>
              <a:off x="7143750" y="400050"/>
              <a:ext cx="15051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84" name="Google Shape;284;p19"/>
          <p:cNvGrpSpPr/>
          <p:nvPr/>
        </p:nvGrpSpPr>
        <p:grpSpPr>
          <a:xfrm>
            <a:off x="495300" y="1095375"/>
            <a:ext cx="8153400" cy="2857500"/>
            <a:chOff x="495300" y="1095375"/>
            <a:chExt cx="8153400" cy="2857500"/>
          </a:xfrm>
        </p:grpSpPr>
        <p:grpSp>
          <p:nvGrpSpPr>
            <p:cNvPr id="285" name="Google Shape;285;p19"/>
            <p:cNvGrpSpPr/>
            <p:nvPr/>
          </p:nvGrpSpPr>
          <p:grpSpPr>
            <a:xfrm>
              <a:off x="495300" y="1095375"/>
              <a:ext cx="2552700" cy="1333500"/>
              <a:chOff x="0" y="0"/>
              <a:chExt cx="2552700" cy="1333500"/>
            </a:xfrm>
          </p:grpSpPr>
          <p:sp>
            <p:nvSpPr>
              <p:cNvPr id="286" name="Google Shape;286;p19"/>
              <p:cNvSpPr/>
              <p:nvPr/>
            </p:nvSpPr>
            <p:spPr>
              <a:xfrm>
                <a:off x="0" y="0"/>
                <a:ext cx="2552700" cy="1333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9"/>
              <p:cNvSpPr/>
              <p:nvPr/>
            </p:nvSpPr>
            <p:spPr>
              <a:xfrm>
                <a:off x="0" y="0"/>
                <a:ext cx="25527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9"/>
              <p:cNvSpPr txBox="1"/>
              <p:nvPr/>
            </p:nvSpPr>
            <p:spPr>
              <a:xfrm>
                <a:off x="190500" y="190500"/>
                <a:ext cx="21717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precision_manufacturing</a:t>
                </a:r>
                <a:r>
                  <a:rPr b="0" lang="en" sz="1100">
                    <a:solidFill>
                      <a:srgbClr val="20C7D9"/>
                    </a:solidFill>
                    <a:latin typeface="Source Sans 3 ExtraBold"/>
                    <a:ea typeface="Source Sans 3 ExtraBold"/>
                    <a:cs typeface="Source Sans 3 ExtraBold"/>
                    <a:sym typeface="Source Sans 3 ExtraBold"/>
                  </a:rPr>
                  <a:t> 01</a:t>
                </a:r>
                <a:endParaRPr sz="2000">
                  <a:solidFill>
                    <a:srgbClr val="145DA0"/>
                  </a:solidFill>
                  <a:latin typeface="Material Icons"/>
                  <a:ea typeface="Material Icons"/>
                  <a:cs typeface="Material Icons"/>
                  <a:sym typeface="Material Icons"/>
                </a:endParaRPr>
              </a:p>
            </p:txBody>
          </p:sp>
          <p:sp>
            <p:nvSpPr>
              <p:cNvPr id="289" name="Google Shape;289;p19"/>
              <p:cNvSpPr txBox="1"/>
              <p:nvPr/>
            </p:nvSpPr>
            <p:spPr>
              <a:xfrm>
                <a:off x="190500" y="619125"/>
                <a:ext cx="2171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ASM Wire Bonders</a:t>
                </a:r>
                <a:endParaRPr b="1" sz="1600">
                  <a:solidFill>
                    <a:srgbClr val="152534"/>
                  </a:solidFill>
                  <a:latin typeface="Barlow Condensed"/>
                  <a:ea typeface="Barlow Condensed"/>
                  <a:cs typeface="Barlow Condensed"/>
                  <a:sym typeface="Barlow Condensed"/>
                </a:endParaRPr>
              </a:p>
            </p:txBody>
          </p:sp>
        </p:grpSp>
        <p:grpSp>
          <p:nvGrpSpPr>
            <p:cNvPr id="290" name="Google Shape;290;p19"/>
            <p:cNvGrpSpPr/>
            <p:nvPr/>
          </p:nvGrpSpPr>
          <p:grpSpPr>
            <a:xfrm>
              <a:off x="3295650" y="1095375"/>
              <a:ext cx="2552700" cy="1333500"/>
              <a:chOff x="0" y="0"/>
              <a:chExt cx="2552700" cy="1333500"/>
            </a:xfrm>
          </p:grpSpPr>
          <p:sp>
            <p:nvSpPr>
              <p:cNvPr id="291" name="Google Shape;291;p19"/>
              <p:cNvSpPr/>
              <p:nvPr/>
            </p:nvSpPr>
            <p:spPr>
              <a:xfrm>
                <a:off x="0" y="0"/>
                <a:ext cx="2552700" cy="1333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9"/>
              <p:cNvSpPr/>
              <p:nvPr/>
            </p:nvSpPr>
            <p:spPr>
              <a:xfrm>
                <a:off x="0" y="0"/>
                <a:ext cx="25527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9"/>
              <p:cNvSpPr txBox="1"/>
              <p:nvPr/>
            </p:nvSpPr>
            <p:spPr>
              <a:xfrm>
                <a:off x="190500" y="190500"/>
                <a:ext cx="21717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memory</a:t>
                </a:r>
                <a:r>
                  <a:rPr b="0" lang="en" sz="1100">
                    <a:solidFill>
                      <a:srgbClr val="145DA0"/>
                    </a:solidFill>
                    <a:latin typeface="Source Sans 3 ExtraBold"/>
                    <a:ea typeface="Source Sans 3 ExtraBold"/>
                    <a:cs typeface="Source Sans 3 ExtraBold"/>
                    <a:sym typeface="Source Sans 3 ExtraBold"/>
                  </a:rPr>
                  <a:t> 02</a:t>
                </a:r>
                <a:endParaRPr sz="2000">
                  <a:solidFill>
                    <a:srgbClr val="145DA0"/>
                  </a:solidFill>
                  <a:latin typeface="Material Icons"/>
                  <a:ea typeface="Material Icons"/>
                  <a:cs typeface="Material Icons"/>
                  <a:sym typeface="Material Icons"/>
                </a:endParaRPr>
              </a:p>
            </p:txBody>
          </p:sp>
          <p:sp>
            <p:nvSpPr>
              <p:cNvPr id="294" name="Google Shape;294;p19"/>
              <p:cNvSpPr txBox="1"/>
              <p:nvPr/>
            </p:nvSpPr>
            <p:spPr>
              <a:xfrm>
                <a:off x="190500" y="619125"/>
                <a:ext cx="2171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KNS Wire Bonders</a:t>
                </a:r>
                <a:endParaRPr b="1" sz="1600">
                  <a:solidFill>
                    <a:srgbClr val="152534"/>
                  </a:solidFill>
                  <a:latin typeface="Barlow Condensed"/>
                  <a:ea typeface="Barlow Condensed"/>
                  <a:cs typeface="Barlow Condensed"/>
                  <a:sym typeface="Barlow Condensed"/>
                </a:endParaRPr>
              </a:p>
            </p:txBody>
          </p:sp>
        </p:grpSp>
        <p:grpSp>
          <p:nvGrpSpPr>
            <p:cNvPr id="295" name="Google Shape;295;p19"/>
            <p:cNvGrpSpPr/>
            <p:nvPr/>
          </p:nvGrpSpPr>
          <p:grpSpPr>
            <a:xfrm>
              <a:off x="6096000" y="1095375"/>
              <a:ext cx="2552700" cy="1333500"/>
              <a:chOff x="0" y="0"/>
              <a:chExt cx="2552700" cy="1333500"/>
            </a:xfrm>
          </p:grpSpPr>
          <p:sp>
            <p:nvSpPr>
              <p:cNvPr id="296" name="Google Shape;296;p19"/>
              <p:cNvSpPr/>
              <p:nvPr/>
            </p:nvSpPr>
            <p:spPr>
              <a:xfrm>
                <a:off x="0" y="0"/>
                <a:ext cx="2552700" cy="1333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9"/>
              <p:cNvSpPr/>
              <p:nvPr/>
            </p:nvSpPr>
            <p:spPr>
              <a:xfrm>
                <a:off x="0" y="0"/>
                <a:ext cx="25527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9"/>
              <p:cNvSpPr txBox="1"/>
              <p:nvPr/>
            </p:nvSpPr>
            <p:spPr>
              <a:xfrm>
                <a:off x="190500" y="190500"/>
                <a:ext cx="21717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hardware</a:t>
                </a:r>
                <a:r>
                  <a:rPr b="0" lang="en" sz="1100">
                    <a:solidFill>
                      <a:srgbClr val="20C7D9"/>
                    </a:solidFill>
                    <a:latin typeface="Source Sans 3 ExtraBold"/>
                    <a:ea typeface="Source Sans 3 ExtraBold"/>
                    <a:cs typeface="Source Sans 3 ExtraBold"/>
                    <a:sym typeface="Source Sans 3 ExtraBold"/>
                  </a:rPr>
                  <a:t> 03</a:t>
                </a:r>
                <a:endParaRPr sz="2000">
                  <a:solidFill>
                    <a:srgbClr val="145DA0"/>
                  </a:solidFill>
                  <a:latin typeface="Material Icons"/>
                  <a:ea typeface="Material Icons"/>
                  <a:cs typeface="Material Icons"/>
                  <a:sym typeface="Material Icons"/>
                </a:endParaRPr>
              </a:p>
            </p:txBody>
          </p:sp>
          <p:sp>
            <p:nvSpPr>
              <p:cNvPr id="299" name="Google Shape;299;p19"/>
              <p:cNvSpPr txBox="1"/>
              <p:nvPr/>
            </p:nvSpPr>
            <p:spPr>
              <a:xfrm>
                <a:off x="190500" y="619125"/>
                <a:ext cx="2171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ASM Automatic Die Bonders</a:t>
                </a:r>
                <a:endParaRPr b="1" sz="1600">
                  <a:solidFill>
                    <a:srgbClr val="152534"/>
                  </a:solidFill>
                  <a:latin typeface="Barlow Condensed"/>
                  <a:ea typeface="Barlow Condensed"/>
                  <a:cs typeface="Barlow Condensed"/>
                  <a:sym typeface="Barlow Condensed"/>
                </a:endParaRPr>
              </a:p>
            </p:txBody>
          </p:sp>
        </p:grpSp>
        <p:grpSp>
          <p:nvGrpSpPr>
            <p:cNvPr id="300" name="Google Shape;300;p19"/>
            <p:cNvGrpSpPr/>
            <p:nvPr/>
          </p:nvGrpSpPr>
          <p:grpSpPr>
            <a:xfrm>
              <a:off x="495300" y="2619375"/>
              <a:ext cx="2552700" cy="1333500"/>
              <a:chOff x="0" y="0"/>
              <a:chExt cx="2552700" cy="1333500"/>
            </a:xfrm>
          </p:grpSpPr>
          <p:sp>
            <p:nvSpPr>
              <p:cNvPr id="301" name="Google Shape;301;p19"/>
              <p:cNvSpPr/>
              <p:nvPr/>
            </p:nvSpPr>
            <p:spPr>
              <a:xfrm>
                <a:off x="0" y="0"/>
                <a:ext cx="2552700" cy="1333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9"/>
              <p:cNvSpPr/>
              <p:nvPr/>
            </p:nvSpPr>
            <p:spPr>
              <a:xfrm>
                <a:off x="0" y="0"/>
                <a:ext cx="25527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19"/>
              <p:cNvSpPr txBox="1"/>
              <p:nvPr/>
            </p:nvSpPr>
            <p:spPr>
              <a:xfrm>
                <a:off x="190500" y="190500"/>
                <a:ext cx="21717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settings_input_component</a:t>
                </a:r>
                <a:r>
                  <a:rPr b="0" lang="en" sz="1100">
                    <a:solidFill>
                      <a:srgbClr val="145DA0"/>
                    </a:solidFill>
                    <a:latin typeface="Source Sans 3 ExtraBold"/>
                    <a:ea typeface="Source Sans 3 ExtraBold"/>
                    <a:cs typeface="Source Sans 3 ExtraBold"/>
                    <a:sym typeface="Source Sans 3 ExtraBold"/>
                  </a:rPr>
                  <a:t> 04</a:t>
                </a:r>
                <a:endParaRPr sz="2000">
                  <a:solidFill>
                    <a:srgbClr val="145DA0"/>
                  </a:solidFill>
                  <a:latin typeface="Material Icons"/>
                  <a:ea typeface="Material Icons"/>
                  <a:cs typeface="Material Icons"/>
                  <a:sym typeface="Material Icons"/>
                </a:endParaRPr>
              </a:p>
            </p:txBody>
          </p:sp>
          <p:sp>
            <p:nvSpPr>
              <p:cNvPr id="304" name="Google Shape;304;p19"/>
              <p:cNvSpPr txBox="1"/>
              <p:nvPr/>
            </p:nvSpPr>
            <p:spPr>
              <a:xfrm>
                <a:off x="190500" y="619125"/>
                <a:ext cx="2171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ESEC Die Bonders</a:t>
                </a:r>
                <a:endParaRPr b="1" sz="1600">
                  <a:solidFill>
                    <a:srgbClr val="152534"/>
                  </a:solidFill>
                  <a:latin typeface="Barlow Condensed"/>
                  <a:ea typeface="Barlow Condensed"/>
                  <a:cs typeface="Barlow Condensed"/>
                  <a:sym typeface="Barlow Condensed"/>
                </a:endParaRPr>
              </a:p>
            </p:txBody>
          </p:sp>
        </p:grpSp>
        <p:grpSp>
          <p:nvGrpSpPr>
            <p:cNvPr id="305" name="Google Shape;305;p19"/>
            <p:cNvGrpSpPr/>
            <p:nvPr/>
          </p:nvGrpSpPr>
          <p:grpSpPr>
            <a:xfrm>
              <a:off x="3295650" y="2619375"/>
              <a:ext cx="2552700" cy="1333500"/>
              <a:chOff x="0" y="0"/>
              <a:chExt cx="2552700" cy="1333500"/>
            </a:xfrm>
          </p:grpSpPr>
          <p:sp>
            <p:nvSpPr>
              <p:cNvPr id="306" name="Google Shape;306;p19"/>
              <p:cNvSpPr/>
              <p:nvPr/>
            </p:nvSpPr>
            <p:spPr>
              <a:xfrm>
                <a:off x="0" y="0"/>
                <a:ext cx="2552700" cy="1333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9"/>
              <p:cNvSpPr/>
              <p:nvPr/>
            </p:nvSpPr>
            <p:spPr>
              <a:xfrm>
                <a:off x="0" y="0"/>
                <a:ext cx="25527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9"/>
              <p:cNvSpPr txBox="1"/>
              <p:nvPr/>
            </p:nvSpPr>
            <p:spPr>
              <a:xfrm>
                <a:off x="190500" y="190500"/>
                <a:ext cx="21717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content_cut</a:t>
                </a:r>
                <a:r>
                  <a:rPr b="0" lang="en" sz="1100">
                    <a:solidFill>
                      <a:srgbClr val="20C7D9"/>
                    </a:solidFill>
                    <a:latin typeface="Source Sans 3 ExtraBold"/>
                    <a:ea typeface="Source Sans 3 ExtraBold"/>
                    <a:cs typeface="Source Sans 3 ExtraBold"/>
                    <a:sym typeface="Source Sans 3 ExtraBold"/>
                  </a:rPr>
                  <a:t> 05</a:t>
                </a:r>
                <a:endParaRPr sz="2000">
                  <a:solidFill>
                    <a:srgbClr val="145DA0"/>
                  </a:solidFill>
                  <a:latin typeface="Material Icons"/>
                  <a:ea typeface="Material Icons"/>
                  <a:cs typeface="Material Icons"/>
                  <a:sym typeface="Material Icons"/>
                </a:endParaRPr>
              </a:p>
            </p:txBody>
          </p:sp>
          <p:sp>
            <p:nvSpPr>
              <p:cNvPr id="309" name="Google Shape;309;p19"/>
              <p:cNvSpPr txBox="1"/>
              <p:nvPr/>
            </p:nvSpPr>
            <p:spPr>
              <a:xfrm>
                <a:off x="190500" y="619125"/>
                <a:ext cx="2171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Dicing / SAW / Back Grinding</a:t>
                </a:r>
                <a:endParaRPr b="1" sz="1600">
                  <a:solidFill>
                    <a:srgbClr val="152534"/>
                  </a:solidFill>
                  <a:latin typeface="Barlow Condensed"/>
                  <a:ea typeface="Barlow Condensed"/>
                  <a:cs typeface="Barlow Condensed"/>
                  <a:sym typeface="Barlow Condensed"/>
                </a:endParaRPr>
              </a:p>
            </p:txBody>
          </p:sp>
        </p:grpSp>
        <p:grpSp>
          <p:nvGrpSpPr>
            <p:cNvPr id="310" name="Google Shape;310;p19"/>
            <p:cNvGrpSpPr/>
            <p:nvPr/>
          </p:nvGrpSpPr>
          <p:grpSpPr>
            <a:xfrm>
              <a:off x="6096000" y="2619375"/>
              <a:ext cx="2552700" cy="1333500"/>
              <a:chOff x="0" y="0"/>
              <a:chExt cx="2552700" cy="1333500"/>
            </a:xfrm>
          </p:grpSpPr>
          <p:sp>
            <p:nvSpPr>
              <p:cNvPr id="311" name="Google Shape;311;p19"/>
              <p:cNvSpPr/>
              <p:nvPr/>
            </p:nvSpPr>
            <p:spPr>
              <a:xfrm>
                <a:off x="0" y="0"/>
                <a:ext cx="2552700" cy="13335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9"/>
              <p:cNvSpPr/>
              <p:nvPr/>
            </p:nvSpPr>
            <p:spPr>
              <a:xfrm>
                <a:off x="0" y="0"/>
                <a:ext cx="2552700" cy="38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9"/>
              <p:cNvSpPr txBox="1"/>
              <p:nvPr/>
            </p:nvSpPr>
            <p:spPr>
              <a:xfrm>
                <a:off x="190500" y="190500"/>
                <a:ext cx="21717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cable</a:t>
                </a:r>
                <a:r>
                  <a:rPr b="0" lang="en" sz="1100">
                    <a:solidFill>
                      <a:srgbClr val="145DA0"/>
                    </a:solidFill>
                    <a:latin typeface="Source Sans 3 ExtraBold"/>
                    <a:ea typeface="Source Sans 3 ExtraBold"/>
                    <a:cs typeface="Source Sans 3 ExtraBold"/>
                    <a:sym typeface="Source Sans 3 ExtraBold"/>
                  </a:rPr>
                  <a:t> 06</a:t>
                </a:r>
                <a:endParaRPr sz="2000">
                  <a:solidFill>
                    <a:srgbClr val="145DA0"/>
                  </a:solidFill>
                  <a:latin typeface="Material Icons"/>
                  <a:ea typeface="Material Icons"/>
                  <a:cs typeface="Material Icons"/>
                  <a:sym typeface="Material Icons"/>
                </a:endParaRPr>
              </a:p>
            </p:txBody>
          </p:sp>
          <p:sp>
            <p:nvSpPr>
              <p:cNvPr id="314" name="Google Shape;314;p19"/>
              <p:cNvSpPr txBox="1"/>
              <p:nvPr/>
            </p:nvSpPr>
            <p:spPr>
              <a:xfrm>
                <a:off x="190500" y="619125"/>
                <a:ext cx="21717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152534"/>
                    </a:solidFill>
                    <a:latin typeface="Barlow Condensed"/>
                    <a:ea typeface="Barlow Condensed"/>
                    <a:cs typeface="Barlow Condensed"/>
                    <a:sym typeface="Barlow Condensed"/>
                  </a:rPr>
                  <a:t>Aluminum Wedge Bonding</a:t>
                </a:r>
                <a:endParaRPr b="1" sz="1600">
                  <a:solidFill>
                    <a:srgbClr val="152534"/>
                  </a:solidFill>
                  <a:latin typeface="Barlow Condensed"/>
                  <a:ea typeface="Barlow Condensed"/>
                  <a:cs typeface="Barlow Condensed"/>
                  <a:sym typeface="Barlow Condensed"/>
                </a:endParaRPr>
              </a:p>
            </p:txBody>
          </p:sp>
        </p:grpSp>
      </p:grpSp>
      <p:grpSp>
        <p:nvGrpSpPr>
          <p:cNvPr id="315" name="Google Shape;315;p19"/>
          <p:cNvGrpSpPr/>
          <p:nvPr/>
        </p:nvGrpSpPr>
        <p:grpSpPr>
          <a:xfrm>
            <a:off x="495300" y="4143375"/>
            <a:ext cx="8153400" cy="476400"/>
            <a:chOff x="0" y="0"/>
            <a:chExt cx="8153400" cy="476400"/>
          </a:xfrm>
        </p:grpSpPr>
        <p:sp>
          <p:nvSpPr>
            <p:cNvPr id="316" name="Google Shape;316;p19"/>
            <p:cNvSpPr/>
            <p:nvPr/>
          </p:nvSpPr>
          <p:spPr>
            <a:xfrm>
              <a:off x="0" y="0"/>
              <a:ext cx="8153400" cy="476400"/>
            </a:xfrm>
            <a:prstGeom prst="roundRect">
              <a:avLst>
                <a:gd fmla="val 16000" name="adj"/>
              </a:avLst>
            </a:prstGeom>
            <a:solidFill>
              <a:srgbClr val="0718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19"/>
            <p:cNvSpPr/>
            <p:nvPr/>
          </p:nvSpPr>
          <p:spPr>
            <a:xfrm>
              <a:off x="0" y="0"/>
              <a:ext cx="38100" cy="4764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19"/>
            <p:cNvSpPr txBox="1"/>
            <p:nvPr/>
          </p:nvSpPr>
          <p:spPr>
            <a:xfrm>
              <a:off x="190500" y="0"/>
              <a:ext cx="7772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FFFFFF"/>
                  </a:solidFill>
                  <a:latin typeface="Source Sans 3"/>
                  <a:ea typeface="Source Sans 3"/>
                  <a:cs typeface="Source Sans 3"/>
                  <a:sym typeface="Source Sans 3"/>
                </a:rPr>
                <a:t>Detailed equipment models are covered through technical assessment and service consultation.</a:t>
              </a:r>
              <a:endParaRPr b="1" sz="1000">
                <a:solidFill>
                  <a:srgbClr val="FFFFFF"/>
                </a:solidFill>
                <a:latin typeface="Source Sans 3"/>
                <a:ea typeface="Source Sans 3"/>
                <a:cs typeface="Source Sans 3"/>
                <a:sym typeface="Source Sans 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322" name="Shape 322"/>
        <p:cNvGrpSpPr/>
        <p:nvPr/>
      </p:nvGrpSpPr>
      <p:grpSpPr>
        <a:xfrm>
          <a:off x="0" y="0"/>
          <a:ext cx="0" cy="0"/>
          <a:chOff x="0" y="0"/>
          <a:chExt cx="0" cy="0"/>
        </a:xfrm>
      </p:grpSpPr>
      <p:grpSp>
        <p:nvGrpSpPr>
          <p:cNvPr id="323" name="Google Shape;323;p20"/>
          <p:cNvGrpSpPr/>
          <p:nvPr/>
        </p:nvGrpSpPr>
        <p:grpSpPr>
          <a:xfrm>
            <a:off x="495300" y="289322"/>
            <a:ext cx="6286500" cy="600581"/>
            <a:chOff x="0" y="9525"/>
            <a:chExt cx="16764000" cy="1601550"/>
          </a:xfrm>
        </p:grpSpPr>
        <p:sp>
          <p:nvSpPr>
            <p:cNvPr id="324" name="Google Shape;324;p20"/>
            <p:cNvSpPr txBox="1"/>
            <p:nvPr/>
          </p:nvSpPr>
          <p:spPr>
            <a:xfrm>
              <a:off x="0" y="9525"/>
              <a:ext cx="38100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700" u="none" cap="none" strike="noStrike">
                  <a:solidFill>
                    <a:srgbClr val="145DA0"/>
                  </a:solidFill>
                  <a:latin typeface="Source Sans 3"/>
                  <a:ea typeface="Source Sans 3"/>
                  <a:cs typeface="Source Sans 3"/>
                  <a:sym typeface="Source Sans 3"/>
                </a:rPr>
                <a:t>CLM  /  08</a:t>
              </a:r>
              <a:endParaRPr sz="700"/>
            </a:p>
          </p:txBody>
        </p:sp>
        <p:sp>
          <p:nvSpPr>
            <p:cNvPr id="325" name="Google Shape;325;p20"/>
            <p:cNvSpPr txBox="1"/>
            <p:nvPr/>
          </p:nvSpPr>
          <p:spPr>
            <a:xfrm>
              <a:off x="0" y="714375"/>
              <a:ext cx="16764000" cy="896700"/>
            </a:xfrm>
            <a:prstGeom prst="rect">
              <a:avLst/>
            </a:prstGeom>
            <a:noFill/>
            <a:ln>
              <a:noFill/>
            </a:ln>
          </p:spPr>
          <p:txBody>
            <a:bodyPr anchorCtr="0" anchor="t" bIns="0" lIns="0" spcFirstLastPara="1" rIns="0" wrap="square" tIns="0">
              <a:spAutoFit/>
            </a:bodyPr>
            <a:lstStyle/>
            <a:p>
              <a:pPr indent="0" lvl="0" marL="0" marR="0" rtl="0" algn="l">
                <a:lnSpc>
                  <a:spcPct val="94989"/>
                </a:lnSpc>
                <a:spcBef>
                  <a:spcPts val="0"/>
                </a:spcBef>
                <a:spcAft>
                  <a:spcPts val="0"/>
                </a:spcAft>
                <a:buNone/>
              </a:pPr>
              <a:r>
                <a:rPr b="1" i="0" lang="en" sz="2300" u="none" cap="none" strike="noStrike">
                  <a:solidFill>
                    <a:srgbClr val="152534"/>
                  </a:solidFill>
                  <a:latin typeface="Barlow Condensed"/>
                  <a:ea typeface="Barlow Condensed"/>
                  <a:cs typeface="Barlow Condensed"/>
                  <a:sym typeface="Barlow Condensed"/>
                </a:rPr>
                <a:t>Sub-Assembly Rebuild &amp; Overhaul</a:t>
              </a:r>
              <a:endParaRPr sz="700"/>
            </a:p>
          </p:txBody>
        </p:sp>
      </p:grpSp>
      <p:grpSp>
        <p:nvGrpSpPr>
          <p:cNvPr id="326" name="Google Shape;326;p20"/>
          <p:cNvGrpSpPr/>
          <p:nvPr/>
        </p:nvGrpSpPr>
        <p:grpSpPr>
          <a:xfrm>
            <a:off x="7429500" y="357188"/>
            <a:ext cx="1219200" cy="33338"/>
            <a:chOff x="0" y="-38100"/>
            <a:chExt cx="3251200" cy="88900"/>
          </a:xfrm>
        </p:grpSpPr>
        <p:sp>
          <p:nvSpPr>
            <p:cNvPr id="327" name="Google Shape;327;p20"/>
            <p:cNvSpPr/>
            <p:nvPr/>
          </p:nvSpPr>
          <p:spPr>
            <a:xfrm>
              <a:off x="0" y="0"/>
              <a:ext cx="3251200" cy="50800"/>
            </a:xfrm>
            <a:custGeom>
              <a:rect b="b" l="l" r="r" t="t"/>
              <a:pathLst>
                <a:path extrusionOk="0" h="50800" w="3251200">
                  <a:moveTo>
                    <a:pt x="0" y="0"/>
                  </a:moveTo>
                  <a:lnTo>
                    <a:pt x="3251200" y="0"/>
                  </a:lnTo>
                  <a:lnTo>
                    <a:pt x="3251200" y="50800"/>
                  </a:lnTo>
                  <a:lnTo>
                    <a:pt x="0" y="50800"/>
                  </a:lnTo>
                  <a:close/>
                </a:path>
              </a:pathLst>
            </a:custGeom>
            <a:solidFill>
              <a:srgbClr val="145DA0"/>
            </a:solidFill>
            <a:ln>
              <a:noFill/>
            </a:ln>
          </p:spPr>
        </p:sp>
        <p:sp>
          <p:nvSpPr>
            <p:cNvPr id="328" name="Google Shape;328;p20"/>
            <p:cNvSpPr txBox="1"/>
            <p:nvPr/>
          </p:nvSpPr>
          <p:spPr>
            <a:xfrm>
              <a:off x="0" y="-38100"/>
              <a:ext cx="3251100" cy="88800"/>
            </a:xfrm>
            <a:prstGeom prst="rect">
              <a:avLst/>
            </a:prstGeom>
            <a:noFill/>
            <a:ln>
              <a:noFill/>
            </a:ln>
          </p:spPr>
          <p:txBody>
            <a:bodyPr anchorCtr="0" anchor="ctr" bIns="25400" lIns="25400" spcFirstLastPara="1" rIns="25400" wrap="square" tIns="25400">
              <a:noAutofit/>
            </a:bodyPr>
            <a:lstStyle/>
            <a:p>
              <a:pPr indent="0" lvl="0" marL="0" marR="0" rtl="0" algn="l">
                <a:lnSpc>
                  <a:spcPct val="93277"/>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329" name="Google Shape;329;p20"/>
          <p:cNvPicPr preferRelativeResize="0"/>
          <p:nvPr/>
        </p:nvPicPr>
        <p:blipFill rotWithShape="1">
          <a:blip r:embed="rId3">
            <a:alphaModFix/>
          </a:blip>
          <a:srcRect b="0" l="0" r="0" t="0"/>
          <a:stretch/>
        </p:blipFill>
        <p:spPr>
          <a:xfrm>
            <a:off x="4172025" y="1087850"/>
            <a:ext cx="4457700" cy="2714700"/>
          </a:xfrm>
          <a:prstGeom prst="rect">
            <a:avLst/>
          </a:prstGeom>
          <a:noFill/>
          <a:ln>
            <a:noFill/>
          </a:ln>
        </p:spPr>
      </p:pic>
      <p:grpSp>
        <p:nvGrpSpPr>
          <p:cNvPr id="330" name="Google Shape;330;p20"/>
          <p:cNvGrpSpPr/>
          <p:nvPr/>
        </p:nvGrpSpPr>
        <p:grpSpPr>
          <a:xfrm>
            <a:off x="495300" y="1095375"/>
            <a:ext cx="3467100" cy="809700"/>
            <a:chOff x="0" y="0"/>
            <a:chExt cx="3467100" cy="809700"/>
          </a:xfrm>
        </p:grpSpPr>
        <p:sp>
          <p:nvSpPr>
            <p:cNvPr id="331" name="Google Shape;331;p20"/>
            <p:cNvSpPr/>
            <p:nvPr/>
          </p:nvSpPr>
          <p:spPr>
            <a:xfrm>
              <a:off x="0" y="0"/>
              <a:ext cx="3467100" cy="8097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0"/>
            <p:cNvSpPr/>
            <p:nvPr/>
          </p:nvSpPr>
          <p:spPr>
            <a:xfrm>
              <a:off x="0" y="0"/>
              <a:ext cx="38100" cy="8097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0"/>
            <p:cNvSpPr txBox="1"/>
            <p:nvPr/>
          </p:nvSpPr>
          <p:spPr>
            <a:xfrm>
              <a:off x="190500" y="0"/>
              <a:ext cx="3124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152534"/>
                  </a:solidFill>
                  <a:latin typeface="Barlow Condensed"/>
                  <a:ea typeface="Barlow Condensed"/>
                  <a:cs typeface="Barlow Condensed"/>
                  <a:sym typeface="Barlow Condensed"/>
                </a:rPr>
                <a:t>Bond Head Assembly</a:t>
              </a:r>
              <a:endParaRPr b="1" sz="1800">
                <a:solidFill>
                  <a:srgbClr val="152534"/>
                </a:solidFill>
                <a:latin typeface="Barlow Condensed"/>
                <a:ea typeface="Barlow Condensed"/>
                <a:cs typeface="Barlow Condensed"/>
                <a:sym typeface="Barlow Condensed"/>
              </a:endParaRPr>
            </a:p>
            <a:p>
              <a:pPr indent="0" lvl="0" marL="0" rtl="0" algn="ctr">
                <a:spcBef>
                  <a:spcPts val="150"/>
                </a:spcBef>
                <a:spcAft>
                  <a:spcPts val="0"/>
                </a:spcAft>
                <a:buNone/>
              </a:pPr>
              <a:r>
                <a:rPr b="0" lang="en" sz="950">
                  <a:solidFill>
                    <a:srgbClr val="687785"/>
                  </a:solidFill>
                  <a:latin typeface="Source Sans 3"/>
                  <a:ea typeface="Source Sans 3"/>
                  <a:cs typeface="Source Sans 3"/>
                  <a:sym typeface="Source Sans 3"/>
                </a:rPr>
                <a:t>High-precision bonding unit alignment &amp; overhaul</a:t>
              </a:r>
              <a:endParaRPr b="0" sz="950">
                <a:solidFill>
                  <a:srgbClr val="687785"/>
                </a:solidFill>
                <a:latin typeface="Source Sans 3"/>
                <a:ea typeface="Source Sans 3"/>
                <a:cs typeface="Source Sans 3"/>
                <a:sym typeface="Source Sans 3"/>
              </a:endParaRPr>
            </a:p>
            <a:p>
              <a:pPr indent="0" lvl="0" marL="0" rtl="0" algn="ctr">
                <a:spcBef>
                  <a:spcPts val="0"/>
                </a:spcBef>
                <a:spcAft>
                  <a:spcPts val="0"/>
                </a:spcAft>
                <a:buNone/>
              </a:pPr>
              <a:r>
                <a:rPr b="0" lang="en" sz="1300">
                  <a:solidFill>
                    <a:srgbClr val="20C7D9"/>
                  </a:solidFill>
                  <a:latin typeface="Source Sans 3 ExtraBold"/>
                  <a:ea typeface="Source Sans 3 ExtraBold"/>
                  <a:cs typeface="Source Sans 3 ExtraBold"/>
                  <a:sym typeface="Source Sans 3 ExtraBold"/>
                </a:rPr>
                <a:t>01</a:t>
              </a:r>
              <a:endParaRPr>
                <a:latin typeface="Barlow Condensed"/>
                <a:ea typeface="Barlow Condensed"/>
                <a:cs typeface="Barlow Condensed"/>
                <a:sym typeface="Barlow Condensed"/>
              </a:endParaRPr>
            </a:p>
          </p:txBody>
        </p:sp>
      </p:grpSp>
      <p:grpSp>
        <p:nvGrpSpPr>
          <p:cNvPr id="334" name="Google Shape;334;p20"/>
          <p:cNvGrpSpPr/>
          <p:nvPr/>
        </p:nvGrpSpPr>
        <p:grpSpPr>
          <a:xfrm>
            <a:off x="495300" y="2047875"/>
            <a:ext cx="3467100" cy="809700"/>
            <a:chOff x="0" y="0"/>
            <a:chExt cx="3467100" cy="809700"/>
          </a:xfrm>
        </p:grpSpPr>
        <p:sp>
          <p:nvSpPr>
            <p:cNvPr id="335" name="Google Shape;335;p20"/>
            <p:cNvSpPr/>
            <p:nvPr/>
          </p:nvSpPr>
          <p:spPr>
            <a:xfrm>
              <a:off x="0" y="0"/>
              <a:ext cx="3467100" cy="8097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0"/>
            <p:cNvSpPr/>
            <p:nvPr/>
          </p:nvSpPr>
          <p:spPr>
            <a:xfrm>
              <a:off x="0" y="0"/>
              <a:ext cx="38100" cy="8097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0"/>
            <p:cNvSpPr txBox="1"/>
            <p:nvPr/>
          </p:nvSpPr>
          <p:spPr>
            <a:xfrm>
              <a:off x="190500" y="0"/>
              <a:ext cx="3124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152534"/>
                  </a:solidFill>
                  <a:latin typeface="Barlow Condensed"/>
                  <a:ea typeface="Barlow Condensed"/>
                  <a:cs typeface="Barlow Condensed"/>
                  <a:sym typeface="Barlow Condensed"/>
                </a:rPr>
                <a:t>X/Y Table Assembly</a:t>
              </a:r>
              <a:endParaRPr b="1" sz="1800">
                <a:solidFill>
                  <a:srgbClr val="152534"/>
                </a:solidFill>
                <a:latin typeface="Barlow Condensed"/>
                <a:ea typeface="Barlow Condensed"/>
                <a:cs typeface="Barlow Condensed"/>
                <a:sym typeface="Barlow Condensed"/>
              </a:endParaRPr>
            </a:p>
            <a:p>
              <a:pPr indent="0" lvl="0" marL="0" rtl="0" algn="ctr">
                <a:spcBef>
                  <a:spcPts val="150"/>
                </a:spcBef>
                <a:spcAft>
                  <a:spcPts val="0"/>
                </a:spcAft>
                <a:buNone/>
              </a:pPr>
              <a:r>
                <a:rPr b="0" lang="en" sz="950">
                  <a:solidFill>
                    <a:srgbClr val="687785"/>
                  </a:solidFill>
                  <a:latin typeface="Source Sans 3"/>
                  <a:ea typeface="Source Sans 3"/>
                  <a:cs typeface="Source Sans 3"/>
                  <a:sym typeface="Source Sans 3"/>
                </a:rPr>
                <a:t>Motion axis calibration, lead screw &amp; guide rebuild</a:t>
              </a:r>
              <a:endParaRPr b="0" sz="950">
                <a:solidFill>
                  <a:srgbClr val="687785"/>
                </a:solidFill>
                <a:latin typeface="Source Sans 3"/>
                <a:ea typeface="Source Sans 3"/>
                <a:cs typeface="Source Sans 3"/>
                <a:sym typeface="Source Sans 3"/>
              </a:endParaRPr>
            </a:p>
            <a:p>
              <a:pPr indent="0" lvl="0" marL="0" rtl="0" algn="ctr">
                <a:spcBef>
                  <a:spcPts val="0"/>
                </a:spcBef>
                <a:spcAft>
                  <a:spcPts val="0"/>
                </a:spcAft>
                <a:buNone/>
              </a:pPr>
              <a:r>
                <a:rPr b="0" lang="en" sz="1300">
                  <a:solidFill>
                    <a:srgbClr val="145DA0"/>
                  </a:solidFill>
                  <a:latin typeface="Source Sans 3 ExtraBold"/>
                  <a:ea typeface="Source Sans 3 ExtraBold"/>
                  <a:cs typeface="Source Sans 3 ExtraBold"/>
                  <a:sym typeface="Source Sans 3 ExtraBold"/>
                </a:rPr>
                <a:t>02</a:t>
              </a:r>
              <a:endParaRPr>
                <a:latin typeface="Barlow Condensed"/>
                <a:ea typeface="Barlow Condensed"/>
                <a:cs typeface="Barlow Condensed"/>
                <a:sym typeface="Barlow Condensed"/>
              </a:endParaRPr>
            </a:p>
          </p:txBody>
        </p:sp>
      </p:grpSp>
      <p:grpSp>
        <p:nvGrpSpPr>
          <p:cNvPr id="338" name="Google Shape;338;p20"/>
          <p:cNvGrpSpPr/>
          <p:nvPr/>
        </p:nvGrpSpPr>
        <p:grpSpPr>
          <a:xfrm>
            <a:off x="495300" y="3000375"/>
            <a:ext cx="3467100" cy="809700"/>
            <a:chOff x="0" y="0"/>
            <a:chExt cx="3467100" cy="809700"/>
          </a:xfrm>
        </p:grpSpPr>
        <p:sp>
          <p:nvSpPr>
            <p:cNvPr id="339" name="Google Shape;339;p20"/>
            <p:cNvSpPr/>
            <p:nvPr/>
          </p:nvSpPr>
          <p:spPr>
            <a:xfrm>
              <a:off x="0" y="0"/>
              <a:ext cx="3467100" cy="809700"/>
            </a:xfrm>
            <a:prstGeom prst="roundRect">
              <a:avLst>
                <a:gd fmla="val 941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0"/>
            <p:cNvSpPr/>
            <p:nvPr/>
          </p:nvSpPr>
          <p:spPr>
            <a:xfrm>
              <a:off x="0" y="0"/>
              <a:ext cx="38100" cy="8097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0"/>
            <p:cNvSpPr txBox="1"/>
            <p:nvPr/>
          </p:nvSpPr>
          <p:spPr>
            <a:xfrm>
              <a:off x="190500" y="0"/>
              <a:ext cx="31242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152534"/>
                  </a:solidFill>
                  <a:latin typeface="Barlow Condensed"/>
                  <a:ea typeface="Barlow Condensed"/>
                  <a:cs typeface="Barlow Condensed"/>
                  <a:sym typeface="Barlow Condensed"/>
                </a:rPr>
                <a:t>Workholder Assembly</a:t>
              </a:r>
              <a:endParaRPr b="1" sz="1800">
                <a:solidFill>
                  <a:srgbClr val="152534"/>
                </a:solidFill>
                <a:latin typeface="Barlow Condensed"/>
                <a:ea typeface="Barlow Condensed"/>
                <a:cs typeface="Barlow Condensed"/>
                <a:sym typeface="Barlow Condensed"/>
              </a:endParaRPr>
            </a:p>
            <a:p>
              <a:pPr indent="0" lvl="0" marL="0" rtl="0" algn="ctr">
                <a:spcBef>
                  <a:spcPts val="150"/>
                </a:spcBef>
                <a:spcAft>
                  <a:spcPts val="0"/>
                </a:spcAft>
                <a:buNone/>
              </a:pPr>
              <a:r>
                <a:rPr b="0" lang="en" sz="950">
                  <a:solidFill>
                    <a:srgbClr val="687785"/>
                  </a:solidFill>
                  <a:latin typeface="Source Sans 3"/>
                  <a:ea typeface="Source Sans 3"/>
                  <a:cs typeface="Source Sans 3"/>
                  <a:sym typeface="Source Sans 3"/>
                </a:rPr>
                <a:t>Clamping mechanism, thermal plate &amp; sensor refurbishment</a:t>
              </a:r>
              <a:endParaRPr b="0" sz="950">
                <a:solidFill>
                  <a:srgbClr val="687785"/>
                </a:solidFill>
                <a:latin typeface="Source Sans 3"/>
                <a:ea typeface="Source Sans 3"/>
                <a:cs typeface="Source Sans 3"/>
                <a:sym typeface="Source Sans 3"/>
              </a:endParaRPr>
            </a:p>
            <a:p>
              <a:pPr indent="0" lvl="0" marL="0" rtl="0" algn="ctr">
                <a:spcBef>
                  <a:spcPts val="0"/>
                </a:spcBef>
                <a:spcAft>
                  <a:spcPts val="0"/>
                </a:spcAft>
                <a:buNone/>
              </a:pPr>
              <a:r>
                <a:rPr b="0" lang="en" sz="1300">
                  <a:solidFill>
                    <a:srgbClr val="20C7D9"/>
                  </a:solidFill>
                  <a:latin typeface="Source Sans 3 ExtraBold"/>
                  <a:ea typeface="Source Sans 3 ExtraBold"/>
                  <a:cs typeface="Source Sans 3 ExtraBold"/>
                  <a:sym typeface="Source Sans 3 ExtraBold"/>
                </a:rPr>
                <a:t>03</a:t>
              </a:r>
              <a:endParaRPr>
                <a:latin typeface="Barlow Condensed"/>
                <a:ea typeface="Barlow Condensed"/>
                <a:cs typeface="Barlow Condensed"/>
                <a:sym typeface="Barlow Condensed"/>
              </a:endParaRPr>
            </a:p>
          </p:txBody>
        </p:sp>
      </p:grpSp>
      <p:grpSp>
        <p:nvGrpSpPr>
          <p:cNvPr id="342" name="Google Shape;342;p20"/>
          <p:cNvGrpSpPr/>
          <p:nvPr/>
        </p:nvGrpSpPr>
        <p:grpSpPr>
          <a:xfrm>
            <a:off x="495300" y="4000500"/>
            <a:ext cx="8153400" cy="514500"/>
            <a:chOff x="0" y="0"/>
            <a:chExt cx="8153400" cy="514500"/>
          </a:xfrm>
        </p:grpSpPr>
        <p:sp>
          <p:nvSpPr>
            <p:cNvPr id="343" name="Google Shape;343;p20"/>
            <p:cNvSpPr/>
            <p:nvPr/>
          </p:nvSpPr>
          <p:spPr>
            <a:xfrm>
              <a:off x="0" y="0"/>
              <a:ext cx="8153400" cy="514500"/>
            </a:xfrm>
            <a:prstGeom prst="roundRect">
              <a:avLst>
                <a:gd fmla="val 14814" name="adj"/>
              </a:avLst>
            </a:prstGeom>
            <a:solidFill>
              <a:srgbClr val="0718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20"/>
            <p:cNvSpPr/>
            <p:nvPr/>
          </p:nvSpPr>
          <p:spPr>
            <a:xfrm>
              <a:off x="0" y="0"/>
              <a:ext cx="38100" cy="5145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0"/>
            <p:cNvSpPr txBox="1"/>
            <p:nvPr/>
          </p:nvSpPr>
          <p:spPr>
            <a:xfrm>
              <a:off x="190500" y="0"/>
              <a:ext cx="7772400" cy="5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FFFFFF"/>
                  </a:solidFill>
                  <a:latin typeface="Source Sans 3"/>
                  <a:ea typeface="Source Sans 3"/>
                  <a:cs typeface="Source Sans 3"/>
                  <a:sym typeface="Source Sans 3"/>
                </a:rPr>
                <a:t>Precision rebuild work combines technical expertise, controlled assembly practices, functional checks, and quality-focused verification.</a:t>
              </a:r>
              <a:endParaRPr b="1" sz="1000">
                <a:solidFill>
                  <a:srgbClr val="FFFFFF"/>
                </a:solidFill>
                <a:latin typeface="Source Sans 3"/>
                <a:ea typeface="Source Sans 3"/>
                <a:cs typeface="Source Sans 3"/>
                <a:sym typeface="Source Sans 3"/>
              </a:endParaRPr>
            </a:p>
          </p:txBody>
        </p:sp>
      </p:grpSp>
      <p:sp>
        <p:nvSpPr>
          <p:cNvPr id="346" name="Google Shape;346;p20"/>
          <p:cNvSpPr/>
          <p:nvPr/>
        </p:nvSpPr>
        <p:spPr>
          <a:xfrm>
            <a:off x="4200525" y="1130750"/>
            <a:ext cx="4255500" cy="267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47" name="Google Shape;347;p20"/>
          <p:cNvPicPr preferRelativeResize="0"/>
          <p:nvPr/>
        </p:nvPicPr>
        <p:blipFill rotWithShape="1">
          <a:blip r:embed="rId4">
            <a:alphaModFix/>
          </a:blip>
          <a:srcRect b="14711" l="2057" r="0" t="20023"/>
          <a:stretch/>
        </p:blipFill>
        <p:spPr>
          <a:xfrm>
            <a:off x="4183650" y="1130750"/>
            <a:ext cx="4446075" cy="2679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351" name="Shape 351"/>
        <p:cNvGrpSpPr/>
        <p:nvPr/>
      </p:nvGrpSpPr>
      <p:grpSpPr>
        <a:xfrm>
          <a:off x="0" y="0"/>
          <a:ext cx="0" cy="0"/>
          <a:chOff x="0" y="0"/>
          <a:chExt cx="0" cy="0"/>
        </a:xfrm>
      </p:grpSpPr>
      <p:grpSp>
        <p:nvGrpSpPr>
          <p:cNvPr id="352" name="Google Shape;352;p21"/>
          <p:cNvGrpSpPr/>
          <p:nvPr/>
        </p:nvGrpSpPr>
        <p:grpSpPr>
          <a:xfrm>
            <a:off x="495300" y="247650"/>
            <a:ext cx="4762500" cy="559800"/>
            <a:chOff x="0" y="0"/>
            <a:chExt cx="4762500" cy="559800"/>
          </a:xfrm>
        </p:grpSpPr>
        <p:sp>
          <p:nvSpPr>
            <p:cNvPr id="353" name="Google Shape;353;p21"/>
            <p:cNvSpPr txBox="1"/>
            <p:nvPr/>
          </p:nvSpPr>
          <p:spPr>
            <a:xfrm>
              <a:off x="0" y="0"/>
              <a:ext cx="2857500" cy="123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09</a:t>
              </a:r>
              <a:endParaRPr b="1" sz="800">
                <a:solidFill>
                  <a:srgbClr val="145DA0"/>
                </a:solidFill>
                <a:latin typeface="Source Sans 3"/>
                <a:ea typeface="Source Sans 3"/>
                <a:cs typeface="Source Sans 3"/>
                <a:sym typeface="Source Sans 3"/>
              </a:endParaRPr>
            </a:p>
          </p:txBody>
        </p:sp>
        <p:sp>
          <p:nvSpPr>
            <p:cNvPr id="354" name="Google Shape;354;p21"/>
            <p:cNvSpPr txBox="1"/>
            <p:nvPr/>
          </p:nvSpPr>
          <p:spPr>
            <a:xfrm>
              <a:off x="0" y="190500"/>
              <a:ext cx="47625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2400">
                  <a:solidFill>
                    <a:srgbClr val="152534"/>
                  </a:solidFill>
                  <a:latin typeface="Barlow Condensed"/>
                  <a:ea typeface="Barlow Condensed"/>
                  <a:cs typeface="Barlow Condensed"/>
                  <a:sym typeface="Barlow Condensed"/>
                </a:rPr>
                <a:t>Technical Training</a:t>
              </a:r>
              <a:endParaRPr b="1" sz="2400">
                <a:solidFill>
                  <a:srgbClr val="152534"/>
                </a:solidFill>
                <a:latin typeface="Barlow Condensed"/>
                <a:ea typeface="Barlow Condensed"/>
                <a:cs typeface="Barlow Condensed"/>
                <a:sym typeface="Barlow Condensed"/>
              </a:endParaRPr>
            </a:p>
          </p:txBody>
        </p:sp>
      </p:grpSp>
      <p:grpSp>
        <p:nvGrpSpPr>
          <p:cNvPr id="355" name="Google Shape;355;p21"/>
          <p:cNvGrpSpPr/>
          <p:nvPr/>
        </p:nvGrpSpPr>
        <p:grpSpPr>
          <a:xfrm>
            <a:off x="7429500" y="357188"/>
            <a:ext cx="1219200" cy="33338"/>
            <a:chOff x="0" y="-38100"/>
            <a:chExt cx="3251200" cy="88900"/>
          </a:xfrm>
        </p:grpSpPr>
        <p:sp>
          <p:nvSpPr>
            <p:cNvPr id="356" name="Google Shape;356;p21"/>
            <p:cNvSpPr/>
            <p:nvPr/>
          </p:nvSpPr>
          <p:spPr>
            <a:xfrm>
              <a:off x="0" y="0"/>
              <a:ext cx="3251200" cy="50800"/>
            </a:xfrm>
            <a:custGeom>
              <a:rect b="b" l="l" r="r" t="t"/>
              <a:pathLst>
                <a:path extrusionOk="0" h="50800" w="3251200">
                  <a:moveTo>
                    <a:pt x="0" y="0"/>
                  </a:moveTo>
                  <a:lnTo>
                    <a:pt x="3251200" y="0"/>
                  </a:lnTo>
                  <a:lnTo>
                    <a:pt x="3251200" y="50800"/>
                  </a:lnTo>
                  <a:lnTo>
                    <a:pt x="0" y="50800"/>
                  </a:lnTo>
                  <a:close/>
                </a:path>
              </a:pathLst>
            </a:custGeom>
            <a:solidFill>
              <a:srgbClr val="145DA0"/>
            </a:solidFill>
            <a:ln>
              <a:noFill/>
            </a:ln>
          </p:spPr>
        </p:sp>
        <p:sp>
          <p:nvSpPr>
            <p:cNvPr id="357" name="Google Shape;357;p21"/>
            <p:cNvSpPr txBox="1"/>
            <p:nvPr/>
          </p:nvSpPr>
          <p:spPr>
            <a:xfrm>
              <a:off x="0" y="-38100"/>
              <a:ext cx="3251100" cy="88800"/>
            </a:xfrm>
            <a:prstGeom prst="rect">
              <a:avLst/>
            </a:prstGeom>
            <a:noFill/>
            <a:ln>
              <a:noFill/>
            </a:ln>
          </p:spPr>
          <p:txBody>
            <a:bodyPr anchorCtr="0" anchor="ctr" bIns="25400" lIns="25400" spcFirstLastPara="1" rIns="25400" wrap="square" tIns="25400">
              <a:noAutofit/>
            </a:bodyPr>
            <a:lstStyle/>
            <a:p>
              <a:pPr indent="0" lvl="0" marL="0" marR="0" rtl="0" algn="l">
                <a:lnSpc>
                  <a:spcPct val="93277"/>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358" name="Google Shape;358;p21"/>
          <p:cNvPicPr preferRelativeResize="0"/>
          <p:nvPr/>
        </p:nvPicPr>
        <p:blipFill rotWithShape="1">
          <a:blip r:embed="rId3">
            <a:alphaModFix/>
          </a:blip>
          <a:srcRect b="0" l="0" r="0" t="0"/>
          <a:stretch/>
        </p:blipFill>
        <p:spPr>
          <a:xfrm>
            <a:off x="1423988" y="800100"/>
            <a:ext cx="6296100" cy="1305000"/>
          </a:xfrm>
          <a:prstGeom prst="rect">
            <a:avLst/>
          </a:prstGeom>
          <a:noFill/>
          <a:ln>
            <a:noFill/>
          </a:ln>
        </p:spPr>
      </p:pic>
      <p:grpSp>
        <p:nvGrpSpPr>
          <p:cNvPr id="359" name="Google Shape;359;p21"/>
          <p:cNvGrpSpPr/>
          <p:nvPr/>
        </p:nvGrpSpPr>
        <p:grpSpPr>
          <a:xfrm>
            <a:off x="495300" y="2286000"/>
            <a:ext cx="1866900" cy="2095500"/>
            <a:chOff x="0" y="0"/>
            <a:chExt cx="1866900" cy="2095500"/>
          </a:xfrm>
        </p:grpSpPr>
        <p:sp>
          <p:nvSpPr>
            <p:cNvPr id="360" name="Google Shape;360;p21"/>
            <p:cNvSpPr/>
            <p:nvPr/>
          </p:nvSpPr>
          <p:spPr>
            <a:xfrm>
              <a:off x="0" y="0"/>
              <a:ext cx="1866900" cy="2095500"/>
            </a:xfrm>
            <a:prstGeom prst="roundRect">
              <a:avLst>
                <a:gd fmla="val 408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1"/>
            <p:cNvSpPr/>
            <p:nvPr/>
          </p:nvSpPr>
          <p:spPr>
            <a:xfrm>
              <a:off x="0" y="0"/>
              <a:ext cx="1866900" cy="38100"/>
            </a:xfrm>
            <a:prstGeom prst="roundRect">
              <a:avLst>
                <a:gd fmla="val 50000" name="adj"/>
              </a:avLst>
            </a:prstGeom>
            <a:solidFill>
              <a:srgbClr val="1D46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1"/>
            <p:cNvSpPr txBox="1"/>
            <p:nvPr/>
          </p:nvSpPr>
          <p:spPr>
            <a:xfrm>
              <a:off x="152400" y="171450"/>
              <a:ext cx="1562100" cy="1752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1D4666"/>
                  </a:solidFill>
                  <a:latin typeface="Source Sans 3 ExtraBold"/>
                  <a:ea typeface="Source Sans 3 ExtraBold"/>
                  <a:cs typeface="Source Sans 3 ExtraBold"/>
                  <a:sym typeface="Source Sans 3 ExtraBold"/>
                </a:rPr>
                <a:t>LEVEL 1</a:t>
              </a:r>
              <a:endParaRPr b="0" sz="850">
                <a:solidFill>
                  <a:srgbClr val="1D4666"/>
                </a:solidFill>
                <a:latin typeface="Source Sans 3 ExtraBold"/>
                <a:ea typeface="Source Sans 3 ExtraBold"/>
                <a:cs typeface="Source Sans 3 ExtraBold"/>
                <a:sym typeface="Source Sans 3 ExtraBold"/>
              </a:endParaRPr>
            </a:p>
            <a:p>
              <a:pPr indent="0" lvl="0" marL="0" rtl="0" algn="l">
                <a:spcBef>
                  <a:spcPts val="900"/>
                </a:spcBef>
                <a:spcAft>
                  <a:spcPts val="0"/>
                </a:spcAft>
                <a:buNone/>
              </a:pPr>
              <a:r>
                <a:rPr lang="en" sz="2200">
                  <a:solidFill>
                    <a:srgbClr val="1D4666"/>
                  </a:solidFill>
                  <a:latin typeface="Material Icons"/>
                  <a:ea typeface="Material Icons"/>
                  <a:cs typeface="Material Icons"/>
                  <a:sym typeface="Material Icons"/>
                </a:rPr>
                <a:t>play_circle</a:t>
              </a:r>
              <a:endParaRPr sz="2200">
                <a:solidFill>
                  <a:srgbClr val="1D4666"/>
                </a:solidFill>
                <a:latin typeface="Material Icons"/>
                <a:ea typeface="Material Icons"/>
                <a:cs typeface="Material Icons"/>
                <a:sym typeface="Material Icons"/>
              </a:endParaRPr>
            </a:p>
            <a:p>
              <a:pPr indent="0" lvl="0" marL="0" rtl="0" algn="l">
                <a:spcBef>
                  <a:spcPts val="600"/>
                </a:spcBef>
                <a:spcAft>
                  <a:spcPts val="0"/>
                </a:spcAft>
                <a:buNone/>
              </a:pPr>
              <a:r>
                <a:rPr b="1" lang="en" sz="1800">
                  <a:solidFill>
                    <a:srgbClr val="152534"/>
                  </a:solidFill>
                  <a:latin typeface="Barlow Condensed"/>
                  <a:ea typeface="Barlow Condensed"/>
                  <a:cs typeface="Barlow Condensed"/>
                  <a:sym typeface="Barlow Condensed"/>
                </a:rPr>
                <a:t>Basic</a:t>
              </a:r>
              <a:br>
                <a:rPr b="1" lang="en" sz="1800">
                  <a:solidFill>
                    <a:srgbClr val="152534"/>
                  </a:solidFill>
                  <a:latin typeface="Barlow Condensed"/>
                  <a:ea typeface="Barlow Condensed"/>
                  <a:cs typeface="Barlow Condensed"/>
                  <a:sym typeface="Barlow Condensed"/>
                </a:rPr>
              </a:br>
              <a:r>
                <a:rPr b="1" lang="en" sz="1800">
                  <a:solidFill>
                    <a:srgbClr val="152534"/>
                  </a:solidFill>
                  <a:latin typeface="Barlow Condensed"/>
                  <a:ea typeface="Barlow Condensed"/>
                  <a:cs typeface="Barlow Condensed"/>
                  <a:sym typeface="Barlow Condensed"/>
                </a:rPr>
                <a:t>Operation</a:t>
              </a:r>
              <a:endParaRPr b="1" sz="1800">
                <a:solidFill>
                  <a:srgbClr val="152534"/>
                </a:solidFill>
                <a:latin typeface="Barlow Condensed"/>
                <a:ea typeface="Barlow Condensed"/>
                <a:cs typeface="Barlow Condensed"/>
                <a:sym typeface="Barlow Condensed"/>
              </a:endParaRPr>
            </a:p>
            <a:p>
              <a:pPr indent="0" lvl="0" marL="0" rtl="0" algn="l">
                <a:spcBef>
                  <a:spcPts val="600"/>
                </a:spcBef>
                <a:spcAft>
                  <a:spcPts val="0"/>
                </a:spcAft>
                <a:buNone/>
              </a:pPr>
              <a:r>
                <a:rPr lang="en" sz="950">
                  <a:solidFill>
                    <a:srgbClr val="687785"/>
                  </a:solidFill>
                  <a:latin typeface="Source Sans 3"/>
                  <a:ea typeface="Source Sans 3"/>
                  <a:cs typeface="Source Sans 3"/>
                  <a:sym typeface="Source Sans 3"/>
                </a:rPr>
                <a:t>Essential operator controls &amp; foundational workflow.</a:t>
              </a:r>
              <a:endParaRPr sz="950">
                <a:solidFill>
                  <a:srgbClr val="687785"/>
                </a:solidFill>
                <a:latin typeface="Source Sans 3"/>
                <a:ea typeface="Source Sans 3"/>
                <a:cs typeface="Source Sans 3"/>
                <a:sym typeface="Source Sans 3"/>
              </a:endParaRPr>
            </a:p>
          </p:txBody>
        </p:sp>
      </p:grpSp>
      <p:grpSp>
        <p:nvGrpSpPr>
          <p:cNvPr id="363" name="Google Shape;363;p21"/>
          <p:cNvGrpSpPr/>
          <p:nvPr/>
        </p:nvGrpSpPr>
        <p:grpSpPr>
          <a:xfrm>
            <a:off x="2590800" y="1857375"/>
            <a:ext cx="1866900" cy="2524200"/>
            <a:chOff x="0" y="0"/>
            <a:chExt cx="1866900" cy="2524200"/>
          </a:xfrm>
        </p:grpSpPr>
        <p:sp>
          <p:nvSpPr>
            <p:cNvPr id="364" name="Google Shape;364;p21"/>
            <p:cNvSpPr/>
            <p:nvPr/>
          </p:nvSpPr>
          <p:spPr>
            <a:xfrm>
              <a:off x="0" y="0"/>
              <a:ext cx="1866900" cy="2524200"/>
            </a:xfrm>
            <a:prstGeom prst="roundRect">
              <a:avLst>
                <a:gd fmla="val 408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1"/>
            <p:cNvSpPr/>
            <p:nvPr/>
          </p:nvSpPr>
          <p:spPr>
            <a:xfrm>
              <a:off x="0" y="0"/>
              <a:ext cx="1866900" cy="38100"/>
            </a:xfrm>
            <a:prstGeom prst="roundRect">
              <a:avLst>
                <a:gd fmla="val 50000" name="adj"/>
              </a:avLst>
            </a:prstGeom>
            <a:solidFill>
              <a:srgbClr val="1D46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1"/>
            <p:cNvSpPr txBox="1"/>
            <p:nvPr/>
          </p:nvSpPr>
          <p:spPr>
            <a:xfrm>
              <a:off x="152400" y="171450"/>
              <a:ext cx="1562100" cy="21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1D4666"/>
                  </a:solidFill>
                  <a:latin typeface="Source Sans 3 ExtraBold"/>
                  <a:ea typeface="Source Sans 3 ExtraBold"/>
                  <a:cs typeface="Source Sans 3 ExtraBold"/>
                  <a:sym typeface="Source Sans 3 ExtraBold"/>
                </a:rPr>
                <a:t>LEVEL 2</a:t>
              </a:r>
              <a:endParaRPr b="0" sz="850">
                <a:solidFill>
                  <a:srgbClr val="1D4666"/>
                </a:solidFill>
                <a:latin typeface="Source Sans 3 ExtraBold"/>
                <a:ea typeface="Source Sans 3 ExtraBold"/>
                <a:cs typeface="Source Sans 3 ExtraBold"/>
                <a:sym typeface="Source Sans 3 ExtraBold"/>
              </a:endParaRPr>
            </a:p>
            <a:p>
              <a:pPr indent="0" lvl="0" marL="0" rtl="0" algn="l">
                <a:spcBef>
                  <a:spcPts val="900"/>
                </a:spcBef>
                <a:spcAft>
                  <a:spcPts val="0"/>
                </a:spcAft>
                <a:buNone/>
              </a:pPr>
              <a:r>
                <a:rPr lang="en" sz="2200">
                  <a:solidFill>
                    <a:srgbClr val="1D4666"/>
                  </a:solidFill>
                  <a:latin typeface="Material Icons"/>
                  <a:ea typeface="Material Icons"/>
                  <a:cs typeface="Material Icons"/>
                  <a:sym typeface="Material Icons"/>
                </a:rPr>
                <a:t>build</a:t>
              </a:r>
              <a:endParaRPr sz="2200">
                <a:solidFill>
                  <a:srgbClr val="1D4666"/>
                </a:solidFill>
                <a:latin typeface="Material Icons"/>
                <a:ea typeface="Material Icons"/>
                <a:cs typeface="Material Icons"/>
                <a:sym typeface="Material Icons"/>
              </a:endParaRPr>
            </a:p>
            <a:p>
              <a:pPr indent="0" lvl="0" marL="0" rtl="0" algn="l">
                <a:spcBef>
                  <a:spcPts val="600"/>
                </a:spcBef>
                <a:spcAft>
                  <a:spcPts val="0"/>
                </a:spcAft>
                <a:buNone/>
              </a:pPr>
              <a:r>
                <a:rPr b="1" lang="en" sz="1800">
                  <a:solidFill>
                    <a:srgbClr val="152534"/>
                  </a:solidFill>
                  <a:latin typeface="Barlow Condensed"/>
                  <a:ea typeface="Barlow Condensed"/>
                  <a:cs typeface="Barlow Condensed"/>
                  <a:sym typeface="Barlow Condensed"/>
                </a:rPr>
                <a:t>Setup /</a:t>
              </a:r>
              <a:br>
                <a:rPr b="1" lang="en" sz="1800">
                  <a:solidFill>
                    <a:srgbClr val="152534"/>
                  </a:solidFill>
                  <a:latin typeface="Barlow Condensed"/>
                  <a:ea typeface="Barlow Condensed"/>
                  <a:cs typeface="Barlow Condensed"/>
                  <a:sym typeface="Barlow Condensed"/>
                </a:rPr>
              </a:br>
              <a:r>
                <a:rPr b="1" lang="en" sz="1800">
                  <a:solidFill>
                    <a:srgbClr val="152534"/>
                  </a:solidFill>
                  <a:latin typeface="Barlow Condensed"/>
                  <a:ea typeface="Barlow Condensed"/>
                  <a:cs typeface="Barlow Condensed"/>
                  <a:sym typeface="Barlow Condensed"/>
                </a:rPr>
                <a:t>Minor Repair</a:t>
              </a:r>
              <a:endParaRPr b="1" sz="1800">
                <a:solidFill>
                  <a:srgbClr val="152534"/>
                </a:solidFill>
                <a:latin typeface="Barlow Condensed"/>
                <a:ea typeface="Barlow Condensed"/>
                <a:cs typeface="Barlow Condensed"/>
                <a:sym typeface="Barlow Condensed"/>
              </a:endParaRPr>
            </a:p>
            <a:p>
              <a:pPr indent="0" lvl="0" marL="0" rtl="0" algn="l">
                <a:spcBef>
                  <a:spcPts val="600"/>
                </a:spcBef>
                <a:spcAft>
                  <a:spcPts val="0"/>
                </a:spcAft>
                <a:buNone/>
              </a:pPr>
              <a:r>
                <a:rPr lang="en" sz="950">
                  <a:solidFill>
                    <a:srgbClr val="687785"/>
                  </a:solidFill>
                  <a:latin typeface="Source Sans 3"/>
                  <a:ea typeface="Source Sans 3"/>
                  <a:cs typeface="Source Sans 3"/>
                  <a:sym typeface="Source Sans 3"/>
                </a:rPr>
                <a:t>Equipment configuration, tooling changeover &amp; line adjustments.</a:t>
              </a:r>
              <a:endParaRPr sz="950">
                <a:solidFill>
                  <a:srgbClr val="687785"/>
                </a:solidFill>
                <a:latin typeface="Source Sans 3"/>
                <a:ea typeface="Source Sans 3"/>
                <a:cs typeface="Source Sans 3"/>
                <a:sym typeface="Source Sans 3"/>
              </a:endParaRPr>
            </a:p>
          </p:txBody>
        </p:sp>
      </p:grpSp>
      <p:grpSp>
        <p:nvGrpSpPr>
          <p:cNvPr id="367" name="Google Shape;367;p21"/>
          <p:cNvGrpSpPr/>
          <p:nvPr/>
        </p:nvGrpSpPr>
        <p:grpSpPr>
          <a:xfrm>
            <a:off x="4686300" y="1428750"/>
            <a:ext cx="1866900" cy="2952900"/>
            <a:chOff x="0" y="0"/>
            <a:chExt cx="1866900" cy="2952900"/>
          </a:xfrm>
        </p:grpSpPr>
        <p:sp>
          <p:nvSpPr>
            <p:cNvPr id="368" name="Google Shape;368;p21"/>
            <p:cNvSpPr/>
            <p:nvPr/>
          </p:nvSpPr>
          <p:spPr>
            <a:xfrm>
              <a:off x="0" y="0"/>
              <a:ext cx="1866900" cy="2952900"/>
            </a:xfrm>
            <a:prstGeom prst="roundRect">
              <a:avLst>
                <a:gd fmla="val 4081"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1"/>
            <p:cNvSpPr/>
            <p:nvPr/>
          </p:nvSpPr>
          <p:spPr>
            <a:xfrm>
              <a:off x="0" y="0"/>
              <a:ext cx="18669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1"/>
            <p:cNvSpPr txBox="1"/>
            <p:nvPr/>
          </p:nvSpPr>
          <p:spPr>
            <a:xfrm>
              <a:off x="152400" y="171450"/>
              <a:ext cx="1562100" cy="26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20C7D9"/>
                  </a:solidFill>
                  <a:latin typeface="Source Sans 3 ExtraBold"/>
                  <a:ea typeface="Source Sans 3 ExtraBold"/>
                  <a:cs typeface="Source Sans 3 ExtraBold"/>
                  <a:sym typeface="Source Sans 3 ExtraBold"/>
                </a:rPr>
                <a:t>LEVEL 3</a:t>
              </a:r>
              <a:endParaRPr b="0" sz="850">
                <a:solidFill>
                  <a:srgbClr val="20C7D9"/>
                </a:solidFill>
                <a:latin typeface="Source Sans 3 ExtraBold"/>
                <a:ea typeface="Source Sans 3 ExtraBold"/>
                <a:cs typeface="Source Sans 3 ExtraBold"/>
                <a:sym typeface="Source Sans 3 ExtraBold"/>
              </a:endParaRPr>
            </a:p>
            <a:p>
              <a:pPr indent="0" lvl="0" marL="0" rtl="0" algn="l">
                <a:spcBef>
                  <a:spcPts val="900"/>
                </a:spcBef>
                <a:spcAft>
                  <a:spcPts val="0"/>
                </a:spcAft>
                <a:buNone/>
              </a:pPr>
              <a:r>
                <a:rPr lang="en" sz="2200">
                  <a:solidFill>
                    <a:srgbClr val="FFFFFF"/>
                  </a:solidFill>
                  <a:latin typeface="Material Icons"/>
                  <a:ea typeface="Material Icons"/>
                  <a:cs typeface="Material Icons"/>
                  <a:sym typeface="Material Icons"/>
                </a:rPr>
                <a:t>tune</a:t>
              </a:r>
              <a:endParaRPr sz="2200">
                <a:solidFill>
                  <a:srgbClr val="FFFFFF"/>
                </a:solidFill>
                <a:latin typeface="Material Icons"/>
                <a:ea typeface="Material Icons"/>
                <a:cs typeface="Material Icons"/>
                <a:sym typeface="Material Icons"/>
              </a:endParaRPr>
            </a:p>
            <a:p>
              <a:pPr indent="0" lvl="0" marL="0" rtl="0" algn="l">
                <a:spcBef>
                  <a:spcPts val="600"/>
                </a:spcBef>
                <a:spcAft>
                  <a:spcPts val="0"/>
                </a:spcAft>
                <a:buNone/>
              </a:pPr>
              <a:r>
                <a:rPr b="1" lang="en" sz="1800">
                  <a:solidFill>
                    <a:srgbClr val="FFFFFF"/>
                  </a:solidFill>
                  <a:latin typeface="Barlow Condensed"/>
                  <a:ea typeface="Barlow Condensed"/>
                  <a:cs typeface="Barlow Condensed"/>
                  <a:sym typeface="Barlow Condensed"/>
                </a:rPr>
                <a:t>Preventive Maintenance /</a:t>
              </a:r>
              <a:br>
                <a:rPr b="1" lang="en" sz="1800">
                  <a:solidFill>
                    <a:srgbClr val="FFFFFF"/>
                  </a:solidFill>
                  <a:latin typeface="Barlow Condensed"/>
                  <a:ea typeface="Barlow Condensed"/>
                  <a:cs typeface="Barlow Condensed"/>
                  <a:sym typeface="Barlow Condensed"/>
                </a:rPr>
              </a:br>
              <a:r>
                <a:rPr b="1" lang="en" sz="1800">
                  <a:solidFill>
                    <a:srgbClr val="FFFFFF"/>
                  </a:solidFill>
                  <a:latin typeface="Barlow Condensed"/>
                  <a:ea typeface="Barlow Condensed"/>
                  <a:cs typeface="Barlow Condensed"/>
                  <a:sym typeface="Barlow Condensed"/>
                </a:rPr>
                <a:t>Calibration</a:t>
              </a:r>
              <a:endParaRPr b="1" sz="1800">
                <a:solidFill>
                  <a:srgbClr val="FFFFFF"/>
                </a:solidFill>
                <a:latin typeface="Barlow Condensed"/>
                <a:ea typeface="Barlow Condensed"/>
                <a:cs typeface="Barlow Condensed"/>
                <a:sym typeface="Barlow Condensed"/>
              </a:endParaRPr>
            </a:p>
            <a:p>
              <a:pPr indent="0" lvl="0" marL="0" rtl="0" algn="l">
                <a:spcBef>
                  <a:spcPts val="600"/>
                </a:spcBef>
                <a:spcAft>
                  <a:spcPts val="0"/>
                </a:spcAft>
                <a:buNone/>
              </a:pPr>
              <a:r>
                <a:rPr lang="en" sz="950">
                  <a:solidFill>
                    <a:srgbClr val="E2E8F0"/>
                  </a:solidFill>
                  <a:latin typeface="Source Sans 3"/>
                  <a:ea typeface="Source Sans 3"/>
                  <a:cs typeface="Source Sans 3"/>
                  <a:sym typeface="Source Sans 3"/>
                </a:rPr>
                <a:t>Routine PM schedules, sensor calibration &amp; fine tuning.</a:t>
              </a:r>
              <a:endParaRPr sz="950">
                <a:solidFill>
                  <a:srgbClr val="E2E8F0"/>
                </a:solidFill>
                <a:latin typeface="Source Sans 3"/>
                <a:ea typeface="Source Sans 3"/>
                <a:cs typeface="Source Sans 3"/>
                <a:sym typeface="Source Sans 3"/>
              </a:endParaRPr>
            </a:p>
          </p:txBody>
        </p:sp>
      </p:grpSp>
      <p:grpSp>
        <p:nvGrpSpPr>
          <p:cNvPr id="371" name="Google Shape;371;p21"/>
          <p:cNvGrpSpPr/>
          <p:nvPr/>
        </p:nvGrpSpPr>
        <p:grpSpPr>
          <a:xfrm>
            <a:off x="6781800" y="1000125"/>
            <a:ext cx="1866900" cy="3381300"/>
            <a:chOff x="0" y="0"/>
            <a:chExt cx="1866900" cy="3381300"/>
          </a:xfrm>
        </p:grpSpPr>
        <p:sp>
          <p:nvSpPr>
            <p:cNvPr id="372" name="Google Shape;372;p21"/>
            <p:cNvSpPr/>
            <p:nvPr/>
          </p:nvSpPr>
          <p:spPr>
            <a:xfrm>
              <a:off x="0" y="0"/>
              <a:ext cx="1866900" cy="3381300"/>
            </a:xfrm>
            <a:prstGeom prst="roundRect">
              <a:avLst>
                <a:gd fmla="val 4081" name="adj"/>
              </a:avLst>
            </a:prstGeom>
            <a:solidFill>
              <a:srgbClr val="07182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21"/>
            <p:cNvSpPr/>
            <p:nvPr/>
          </p:nvSpPr>
          <p:spPr>
            <a:xfrm>
              <a:off x="0" y="0"/>
              <a:ext cx="18669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1"/>
            <p:cNvSpPr txBox="1"/>
            <p:nvPr/>
          </p:nvSpPr>
          <p:spPr>
            <a:xfrm>
              <a:off x="152400" y="171450"/>
              <a:ext cx="1562100" cy="30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20C7D9"/>
                  </a:solidFill>
                  <a:latin typeface="Source Sans 3 ExtraBold"/>
                  <a:ea typeface="Source Sans 3 ExtraBold"/>
                  <a:cs typeface="Source Sans 3 ExtraBold"/>
                  <a:sym typeface="Source Sans 3 ExtraBold"/>
                </a:rPr>
                <a:t>LEVEL 5</a:t>
              </a:r>
              <a:endParaRPr b="0" sz="850">
                <a:solidFill>
                  <a:srgbClr val="20C7D9"/>
                </a:solidFill>
                <a:latin typeface="Source Sans 3 ExtraBold"/>
                <a:ea typeface="Source Sans 3 ExtraBold"/>
                <a:cs typeface="Source Sans 3 ExtraBold"/>
                <a:sym typeface="Source Sans 3 ExtraBold"/>
              </a:endParaRPr>
            </a:p>
            <a:p>
              <a:pPr indent="0" lvl="0" marL="0" rtl="0" algn="l">
                <a:spcBef>
                  <a:spcPts val="900"/>
                </a:spcBef>
                <a:spcAft>
                  <a:spcPts val="0"/>
                </a:spcAft>
                <a:buNone/>
              </a:pPr>
              <a:r>
                <a:rPr lang="en" sz="2200">
                  <a:solidFill>
                    <a:srgbClr val="20C7D9"/>
                  </a:solidFill>
                  <a:latin typeface="Material Icons"/>
                  <a:ea typeface="Material Icons"/>
                  <a:cs typeface="Material Icons"/>
                  <a:sym typeface="Material Icons"/>
                </a:rPr>
                <a:t>engineering</a:t>
              </a:r>
              <a:endParaRPr sz="2200">
                <a:solidFill>
                  <a:srgbClr val="20C7D9"/>
                </a:solidFill>
                <a:latin typeface="Material Icons"/>
                <a:ea typeface="Material Icons"/>
                <a:cs typeface="Material Icons"/>
                <a:sym typeface="Material Icons"/>
              </a:endParaRPr>
            </a:p>
            <a:p>
              <a:pPr indent="0" lvl="0" marL="0" rtl="0" algn="l">
                <a:spcBef>
                  <a:spcPts val="600"/>
                </a:spcBef>
                <a:spcAft>
                  <a:spcPts val="0"/>
                </a:spcAft>
                <a:buNone/>
              </a:pPr>
              <a:r>
                <a:rPr b="1" lang="en" sz="1800">
                  <a:solidFill>
                    <a:srgbClr val="20C7D9"/>
                  </a:solidFill>
                  <a:latin typeface="Barlow Condensed"/>
                  <a:ea typeface="Barlow Condensed"/>
                  <a:cs typeface="Barlow Condensed"/>
                  <a:sym typeface="Barlow Condensed"/>
                </a:rPr>
                <a:t>Subassembly Rebuild /</a:t>
              </a:r>
              <a:br>
                <a:rPr b="1" lang="en" sz="1800">
                  <a:solidFill>
                    <a:srgbClr val="20C7D9"/>
                  </a:solidFill>
                  <a:latin typeface="Barlow Condensed"/>
                  <a:ea typeface="Barlow Condensed"/>
                  <a:cs typeface="Barlow Condensed"/>
                  <a:sym typeface="Barlow Condensed"/>
                </a:rPr>
              </a:br>
              <a:r>
                <a:rPr b="1" lang="en" sz="1800">
                  <a:solidFill>
                    <a:srgbClr val="20C7D9"/>
                  </a:solidFill>
                  <a:latin typeface="Barlow Condensed"/>
                  <a:ea typeface="Barlow Condensed"/>
                  <a:cs typeface="Barlow Condensed"/>
                  <a:sym typeface="Barlow Condensed"/>
                </a:rPr>
                <a:t>Equipment Overhaul</a:t>
              </a:r>
              <a:endParaRPr b="1" sz="1800">
                <a:solidFill>
                  <a:srgbClr val="20C7D9"/>
                </a:solidFill>
                <a:latin typeface="Barlow Condensed"/>
                <a:ea typeface="Barlow Condensed"/>
                <a:cs typeface="Barlow Condensed"/>
                <a:sym typeface="Barlow Condensed"/>
              </a:endParaRPr>
            </a:p>
            <a:p>
              <a:pPr indent="0" lvl="0" marL="0" rtl="0" algn="l">
                <a:spcBef>
                  <a:spcPts val="600"/>
                </a:spcBef>
                <a:spcAft>
                  <a:spcPts val="0"/>
                </a:spcAft>
                <a:buNone/>
              </a:pPr>
              <a:r>
                <a:rPr lang="en" sz="950">
                  <a:solidFill>
                    <a:srgbClr val="B9C5CC"/>
                  </a:solidFill>
                  <a:latin typeface="Source Sans 3"/>
                  <a:ea typeface="Source Sans 3"/>
                  <a:cs typeface="Source Sans 3"/>
                  <a:sym typeface="Source Sans 3"/>
                </a:rPr>
                <a:t>Complete component tear-down, structural overhaul &amp; system rebuild.</a:t>
              </a:r>
              <a:endParaRPr sz="950">
                <a:solidFill>
                  <a:srgbClr val="B9C5CC"/>
                </a:solidFill>
                <a:latin typeface="Source Sans 3"/>
                <a:ea typeface="Source Sans 3"/>
                <a:cs typeface="Source Sans 3"/>
                <a:sym typeface="Source Sans 3"/>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829"/>
        </a:solidFill>
      </p:bgPr>
    </p:bg>
    <p:spTree>
      <p:nvGrpSpPr>
        <p:cNvPr id="378" name="Shape 378"/>
        <p:cNvGrpSpPr/>
        <p:nvPr/>
      </p:nvGrpSpPr>
      <p:grpSpPr>
        <a:xfrm>
          <a:off x="0" y="0"/>
          <a:ext cx="0" cy="0"/>
          <a:chOff x="0" y="0"/>
          <a:chExt cx="0" cy="0"/>
        </a:xfrm>
      </p:grpSpPr>
      <p:grpSp>
        <p:nvGrpSpPr>
          <p:cNvPr id="379" name="Google Shape;379;p22"/>
          <p:cNvGrpSpPr/>
          <p:nvPr/>
        </p:nvGrpSpPr>
        <p:grpSpPr>
          <a:xfrm>
            <a:off x="495300" y="289322"/>
            <a:ext cx="6286500" cy="600581"/>
            <a:chOff x="0" y="9525"/>
            <a:chExt cx="16764000" cy="1601550"/>
          </a:xfrm>
        </p:grpSpPr>
        <p:sp>
          <p:nvSpPr>
            <p:cNvPr id="380" name="Google Shape;380;p22"/>
            <p:cNvSpPr txBox="1"/>
            <p:nvPr/>
          </p:nvSpPr>
          <p:spPr>
            <a:xfrm>
              <a:off x="0" y="9525"/>
              <a:ext cx="38100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700" u="none" cap="none" strike="noStrike">
                  <a:solidFill>
                    <a:srgbClr val="20C7D9"/>
                  </a:solidFill>
                  <a:latin typeface="Source Sans 3"/>
                  <a:ea typeface="Source Sans 3"/>
                  <a:cs typeface="Source Sans 3"/>
                  <a:sym typeface="Source Sans 3"/>
                </a:rPr>
                <a:t>CLM  /  10</a:t>
              </a:r>
              <a:endParaRPr sz="700"/>
            </a:p>
          </p:txBody>
        </p:sp>
        <p:sp>
          <p:nvSpPr>
            <p:cNvPr id="381" name="Google Shape;381;p22"/>
            <p:cNvSpPr txBox="1"/>
            <p:nvPr/>
          </p:nvSpPr>
          <p:spPr>
            <a:xfrm>
              <a:off x="0" y="714375"/>
              <a:ext cx="16764000" cy="896700"/>
            </a:xfrm>
            <a:prstGeom prst="rect">
              <a:avLst/>
            </a:prstGeom>
            <a:noFill/>
            <a:ln>
              <a:noFill/>
            </a:ln>
          </p:spPr>
          <p:txBody>
            <a:bodyPr anchorCtr="0" anchor="t" bIns="0" lIns="0" spcFirstLastPara="1" rIns="0" wrap="square" tIns="0">
              <a:spAutoFit/>
            </a:bodyPr>
            <a:lstStyle/>
            <a:p>
              <a:pPr indent="0" lvl="0" marL="0" marR="0" rtl="0" algn="l">
                <a:lnSpc>
                  <a:spcPct val="94989"/>
                </a:lnSpc>
                <a:spcBef>
                  <a:spcPts val="0"/>
                </a:spcBef>
                <a:spcAft>
                  <a:spcPts val="0"/>
                </a:spcAft>
                <a:buNone/>
              </a:pPr>
              <a:r>
                <a:rPr b="1" i="0" lang="en" sz="2300" u="none" cap="none" strike="noStrike">
                  <a:solidFill>
                    <a:srgbClr val="FFFFFF"/>
                  </a:solidFill>
                  <a:latin typeface="Barlow Condensed"/>
                  <a:ea typeface="Barlow Condensed"/>
                  <a:cs typeface="Barlow Condensed"/>
                  <a:sym typeface="Barlow Condensed"/>
                </a:rPr>
                <a:t>Spare Parts &amp; Components</a:t>
              </a:r>
              <a:endParaRPr sz="700"/>
            </a:p>
          </p:txBody>
        </p:sp>
      </p:grpSp>
      <p:sp>
        <p:nvSpPr>
          <p:cNvPr id="382" name="Google Shape;382;p22"/>
          <p:cNvSpPr/>
          <p:nvPr/>
        </p:nvSpPr>
        <p:spPr>
          <a:xfrm>
            <a:off x="7429500" y="371475"/>
            <a:ext cx="1219200" cy="19200"/>
          </a:xfrm>
          <a:prstGeom prst="rect">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3" name="Google Shape;383;p22"/>
          <p:cNvGrpSpPr/>
          <p:nvPr/>
        </p:nvGrpSpPr>
        <p:grpSpPr>
          <a:xfrm>
            <a:off x="495300" y="1238250"/>
            <a:ext cx="3857550" cy="2400300"/>
            <a:chOff x="495300" y="1238250"/>
            <a:chExt cx="3857550" cy="2400300"/>
          </a:xfrm>
        </p:grpSpPr>
        <p:grpSp>
          <p:nvGrpSpPr>
            <p:cNvPr id="384" name="Google Shape;384;p22"/>
            <p:cNvGrpSpPr/>
            <p:nvPr/>
          </p:nvGrpSpPr>
          <p:grpSpPr>
            <a:xfrm>
              <a:off x="495300" y="1238250"/>
              <a:ext cx="1857300" cy="1143000"/>
              <a:chOff x="0" y="0"/>
              <a:chExt cx="1857300" cy="1143000"/>
            </a:xfrm>
          </p:grpSpPr>
          <p:sp>
            <p:nvSpPr>
              <p:cNvPr id="385" name="Google Shape;385;p22"/>
              <p:cNvSpPr/>
              <p:nvPr/>
            </p:nvSpPr>
            <p:spPr>
              <a:xfrm>
                <a:off x="0" y="0"/>
                <a:ext cx="1857300" cy="1143000"/>
              </a:xfrm>
              <a:prstGeom prst="roundRect">
                <a:avLst>
                  <a:gd fmla="val 5000" name="adj"/>
                </a:avLst>
              </a:prstGeom>
              <a:solidFill>
                <a:srgbClr val="0E2338"/>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22"/>
              <p:cNvSpPr/>
              <p:nvPr/>
            </p:nvSpPr>
            <p:spPr>
              <a:xfrm>
                <a:off x="0" y="0"/>
                <a:ext cx="1857300" cy="285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2"/>
              <p:cNvSpPr txBox="1"/>
              <p:nvPr/>
            </p:nvSpPr>
            <p:spPr>
              <a:xfrm>
                <a:off x="133350" y="114300"/>
                <a:ext cx="15906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developer_board</a:t>
                </a:r>
                <a:r>
                  <a:rPr lang="en">
                    <a:latin typeface="Source Sans 3"/>
                    <a:ea typeface="Source Sans 3"/>
                    <a:cs typeface="Source Sans 3"/>
                    <a:sym typeface="Source Sans 3"/>
                  </a:rPr>
                  <a:t> </a:t>
                </a:r>
                <a:r>
                  <a:rPr b="1" lang="en" sz="1400">
                    <a:solidFill>
                      <a:srgbClr val="FFFFFF"/>
                    </a:solidFill>
                    <a:latin typeface="Barlow Condensed"/>
                    <a:ea typeface="Barlow Condensed"/>
                    <a:cs typeface="Barlow Condensed"/>
                    <a:sym typeface="Barlow Condensed"/>
                  </a:rPr>
                  <a:t>BOARDS</a:t>
                </a:r>
                <a:endParaRPr>
                  <a:latin typeface="Source Sans 3"/>
                  <a:ea typeface="Source Sans 3"/>
                  <a:cs typeface="Source Sans 3"/>
                  <a:sym typeface="Source Sans 3"/>
                </a:endParaRPr>
              </a:p>
              <a:p>
                <a:pPr indent="0" lvl="0" marL="0" rtl="0" algn="l">
                  <a:spcBef>
                    <a:spcPts val="300"/>
                  </a:spcBef>
                  <a:spcAft>
                    <a:spcPts val="0"/>
                  </a:spcAft>
                  <a:buNone/>
                </a:pPr>
                <a:r>
                  <a:rPr lang="en" sz="850">
                    <a:solidFill>
                      <a:srgbClr val="B9C5CC"/>
                    </a:solidFill>
                    <a:latin typeface="Source Sans 3"/>
                    <a:ea typeface="Source Sans 3"/>
                    <a:cs typeface="Source Sans 3"/>
                    <a:sym typeface="Source Sans 3"/>
                  </a:rPr>
                  <a:t>Main boards • PR boards • CPU boards • Logic boards • Driver boards • I/O boards</a:t>
                </a:r>
                <a:endParaRPr sz="850">
                  <a:solidFill>
                    <a:srgbClr val="B9C5CC"/>
                  </a:solidFill>
                  <a:latin typeface="Source Sans 3"/>
                  <a:ea typeface="Source Sans 3"/>
                  <a:cs typeface="Source Sans 3"/>
                  <a:sym typeface="Source Sans 3"/>
                </a:endParaRPr>
              </a:p>
            </p:txBody>
          </p:sp>
        </p:grpSp>
        <p:grpSp>
          <p:nvGrpSpPr>
            <p:cNvPr id="388" name="Google Shape;388;p22"/>
            <p:cNvGrpSpPr/>
            <p:nvPr/>
          </p:nvGrpSpPr>
          <p:grpSpPr>
            <a:xfrm>
              <a:off x="2495550" y="1238250"/>
              <a:ext cx="1857300" cy="1143000"/>
              <a:chOff x="0" y="0"/>
              <a:chExt cx="1857300" cy="1143000"/>
            </a:xfrm>
          </p:grpSpPr>
          <p:sp>
            <p:nvSpPr>
              <p:cNvPr id="389" name="Google Shape;389;p22"/>
              <p:cNvSpPr/>
              <p:nvPr/>
            </p:nvSpPr>
            <p:spPr>
              <a:xfrm>
                <a:off x="0" y="0"/>
                <a:ext cx="1857300" cy="1143000"/>
              </a:xfrm>
              <a:prstGeom prst="roundRect">
                <a:avLst>
                  <a:gd fmla="val 5000" name="adj"/>
                </a:avLst>
              </a:prstGeom>
              <a:solidFill>
                <a:srgbClr val="0E2338"/>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2"/>
              <p:cNvSpPr/>
              <p:nvPr/>
            </p:nvSpPr>
            <p:spPr>
              <a:xfrm>
                <a:off x="0" y="0"/>
                <a:ext cx="1857300" cy="285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2"/>
              <p:cNvSpPr txBox="1"/>
              <p:nvPr/>
            </p:nvSpPr>
            <p:spPr>
              <a:xfrm>
                <a:off x="133350" y="114300"/>
                <a:ext cx="15906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settings_suggest</a:t>
                </a:r>
                <a:r>
                  <a:rPr lang="en">
                    <a:latin typeface="Source Sans 3"/>
                    <a:ea typeface="Source Sans 3"/>
                    <a:cs typeface="Source Sans 3"/>
                    <a:sym typeface="Source Sans 3"/>
                  </a:rPr>
                  <a:t> </a:t>
                </a:r>
                <a:r>
                  <a:rPr b="1" lang="en" sz="1400">
                    <a:solidFill>
                      <a:srgbClr val="FFFFFF"/>
                    </a:solidFill>
                    <a:latin typeface="Barlow Condensed"/>
                    <a:ea typeface="Barlow Condensed"/>
                    <a:cs typeface="Barlow Condensed"/>
                    <a:sym typeface="Barlow Condensed"/>
                  </a:rPr>
                  <a:t>MOTION</a:t>
                </a:r>
                <a:endParaRPr>
                  <a:latin typeface="Source Sans 3"/>
                  <a:ea typeface="Source Sans 3"/>
                  <a:cs typeface="Source Sans 3"/>
                  <a:sym typeface="Source Sans 3"/>
                </a:endParaRPr>
              </a:p>
              <a:p>
                <a:pPr indent="0" lvl="0" marL="0" rtl="0" algn="l">
                  <a:spcBef>
                    <a:spcPts val="300"/>
                  </a:spcBef>
                  <a:spcAft>
                    <a:spcPts val="0"/>
                  </a:spcAft>
                  <a:buNone/>
                </a:pPr>
                <a:r>
                  <a:rPr lang="en" sz="850">
                    <a:solidFill>
                      <a:srgbClr val="B9C5CC"/>
                    </a:solidFill>
                    <a:latin typeface="Source Sans 3"/>
                    <a:ea typeface="Source Sans 3"/>
                    <a:cs typeface="Source Sans 3"/>
                    <a:sym typeface="Source Sans 3"/>
                  </a:rPr>
                  <a:t>Servo drivers • Motors • Bond head parts • XY table parts</a:t>
                </a:r>
                <a:endParaRPr sz="850">
                  <a:solidFill>
                    <a:srgbClr val="B9C5CC"/>
                  </a:solidFill>
                  <a:latin typeface="Source Sans 3"/>
                  <a:ea typeface="Source Sans 3"/>
                  <a:cs typeface="Source Sans 3"/>
                  <a:sym typeface="Source Sans 3"/>
                </a:endParaRPr>
              </a:p>
            </p:txBody>
          </p:sp>
        </p:grpSp>
        <p:grpSp>
          <p:nvGrpSpPr>
            <p:cNvPr id="392" name="Google Shape;392;p22"/>
            <p:cNvGrpSpPr/>
            <p:nvPr/>
          </p:nvGrpSpPr>
          <p:grpSpPr>
            <a:xfrm>
              <a:off x="495300" y="2495550"/>
              <a:ext cx="1857300" cy="1143000"/>
              <a:chOff x="0" y="0"/>
              <a:chExt cx="1857300" cy="1143000"/>
            </a:xfrm>
          </p:grpSpPr>
          <p:sp>
            <p:nvSpPr>
              <p:cNvPr id="393" name="Google Shape;393;p22"/>
              <p:cNvSpPr/>
              <p:nvPr/>
            </p:nvSpPr>
            <p:spPr>
              <a:xfrm>
                <a:off x="0" y="0"/>
                <a:ext cx="1857300" cy="1143000"/>
              </a:xfrm>
              <a:prstGeom prst="roundRect">
                <a:avLst>
                  <a:gd fmla="val 5000" name="adj"/>
                </a:avLst>
              </a:prstGeom>
              <a:solidFill>
                <a:srgbClr val="0E2338"/>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2"/>
              <p:cNvSpPr/>
              <p:nvPr/>
            </p:nvSpPr>
            <p:spPr>
              <a:xfrm>
                <a:off x="0" y="0"/>
                <a:ext cx="1857300" cy="285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2"/>
              <p:cNvSpPr txBox="1"/>
              <p:nvPr/>
            </p:nvSpPr>
            <p:spPr>
              <a:xfrm>
                <a:off x="133350" y="114300"/>
                <a:ext cx="15906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visibility</a:t>
                </a:r>
                <a:r>
                  <a:rPr lang="en">
                    <a:latin typeface="Source Sans 3"/>
                    <a:ea typeface="Source Sans 3"/>
                    <a:cs typeface="Source Sans 3"/>
                    <a:sym typeface="Source Sans 3"/>
                  </a:rPr>
                  <a:t> </a:t>
                </a:r>
                <a:r>
                  <a:rPr b="1" lang="en" sz="1400">
                    <a:solidFill>
                      <a:srgbClr val="FFFFFF"/>
                    </a:solidFill>
                    <a:latin typeface="Barlow Condensed"/>
                    <a:ea typeface="Barlow Condensed"/>
                    <a:cs typeface="Barlow Condensed"/>
                    <a:sym typeface="Barlow Condensed"/>
                  </a:rPr>
                  <a:t>VISION</a:t>
                </a:r>
                <a:endParaRPr>
                  <a:latin typeface="Source Sans 3"/>
                  <a:ea typeface="Source Sans 3"/>
                  <a:cs typeface="Source Sans 3"/>
                  <a:sym typeface="Source Sans 3"/>
                </a:endParaRPr>
              </a:p>
              <a:p>
                <a:pPr indent="0" lvl="0" marL="0" rtl="0" algn="l">
                  <a:spcBef>
                    <a:spcPts val="300"/>
                  </a:spcBef>
                  <a:spcAft>
                    <a:spcPts val="0"/>
                  </a:spcAft>
                  <a:buNone/>
                </a:pPr>
                <a:r>
                  <a:rPr lang="en" sz="850">
                    <a:solidFill>
                      <a:srgbClr val="B9C5CC"/>
                    </a:solidFill>
                    <a:latin typeface="Source Sans 3"/>
                    <a:ea typeface="Source Sans 3"/>
                    <a:cs typeface="Source Sans 3"/>
                    <a:sym typeface="Source Sans 3"/>
                  </a:rPr>
                  <a:t>Sensors • Vision components &amp; optics</a:t>
                </a:r>
                <a:endParaRPr sz="850">
                  <a:solidFill>
                    <a:srgbClr val="B9C5CC"/>
                  </a:solidFill>
                  <a:latin typeface="Source Sans 3"/>
                  <a:ea typeface="Source Sans 3"/>
                  <a:cs typeface="Source Sans 3"/>
                  <a:sym typeface="Source Sans 3"/>
                </a:endParaRPr>
              </a:p>
            </p:txBody>
          </p:sp>
        </p:grpSp>
        <p:grpSp>
          <p:nvGrpSpPr>
            <p:cNvPr id="396" name="Google Shape;396;p22"/>
            <p:cNvGrpSpPr/>
            <p:nvPr/>
          </p:nvGrpSpPr>
          <p:grpSpPr>
            <a:xfrm>
              <a:off x="2495550" y="2495550"/>
              <a:ext cx="1857300" cy="1143000"/>
              <a:chOff x="0" y="0"/>
              <a:chExt cx="1857300" cy="1143000"/>
            </a:xfrm>
          </p:grpSpPr>
          <p:sp>
            <p:nvSpPr>
              <p:cNvPr id="397" name="Google Shape;397;p22"/>
              <p:cNvSpPr/>
              <p:nvPr/>
            </p:nvSpPr>
            <p:spPr>
              <a:xfrm>
                <a:off x="0" y="0"/>
                <a:ext cx="1857300" cy="1143000"/>
              </a:xfrm>
              <a:prstGeom prst="roundRect">
                <a:avLst>
                  <a:gd fmla="val 5000" name="adj"/>
                </a:avLst>
              </a:prstGeom>
              <a:solidFill>
                <a:srgbClr val="0E2338"/>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2"/>
              <p:cNvSpPr/>
              <p:nvPr/>
            </p:nvSpPr>
            <p:spPr>
              <a:xfrm>
                <a:off x="0" y="0"/>
                <a:ext cx="1857300" cy="285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2"/>
              <p:cNvSpPr txBox="1"/>
              <p:nvPr/>
            </p:nvSpPr>
            <p:spPr>
              <a:xfrm>
                <a:off x="133350" y="114300"/>
                <a:ext cx="15906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tune</a:t>
                </a:r>
                <a:r>
                  <a:rPr lang="en">
                    <a:latin typeface="Source Sans 3"/>
                    <a:ea typeface="Source Sans 3"/>
                    <a:cs typeface="Source Sans 3"/>
                    <a:sym typeface="Source Sans 3"/>
                  </a:rPr>
                  <a:t> </a:t>
                </a:r>
                <a:r>
                  <a:rPr b="1" lang="en" sz="1400">
                    <a:solidFill>
                      <a:srgbClr val="FFFFFF"/>
                    </a:solidFill>
                    <a:latin typeface="Barlow Condensed"/>
                    <a:ea typeface="Barlow Condensed"/>
                    <a:cs typeface="Barlow Condensed"/>
                    <a:sym typeface="Barlow Condensed"/>
                  </a:rPr>
                  <a:t>CONTROL</a:t>
                </a:r>
                <a:endParaRPr>
                  <a:latin typeface="Source Sans 3"/>
                  <a:ea typeface="Source Sans 3"/>
                  <a:cs typeface="Source Sans 3"/>
                  <a:sym typeface="Source Sans 3"/>
                </a:endParaRPr>
              </a:p>
              <a:p>
                <a:pPr indent="0" lvl="0" marL="0" rtl="0" algn="l">
                  <a:spcBef>
                    <a:spcPts val="300"/>
                  </a:spcBef>
                  <a:spcAft>
                    <a:spcPts val="0"/>
                  </a:spcAft>
                  <a:buNone/>
                </a:pPr>
                <a:r>
                  <a:rPr lang="en" sz="850">
                    <a:solidFill>
                      <a:srgbClr val="B9C5CC"/>
                    </a:solidFill>
                    <a:latin typeface="Source Sans 3"/>
                    <a:ea typeface="Source Sans 3"/>
                    <a:cs typeface="Source Sans 3"/>
                    <a:sym typeface="Source Sans 3"/>
                  </a:rPr>
                  <a:t>Power supplies • Control modules &amp; system interfaces</a:t>
                </a:r>
                <a:endParaRPr sz="850">
                  <a:solidFill>
                    <a:srgbClr val="B9C5CC"/>
                  </a:solidFill>
                  <a:latin typeface="Source Sans 3"/>
                  <a:ea typeface="Source Sans 3"/>
                  <a:cs typeface="Source Sans 3"/>
                  <a:sym typeface="Source Sans 3"/>
                </a:endParaRPr>
              </a:p>
            </p:txBody>
          </p:sp>
        </p:grpSp>
      </p:grpSp>
      <p:grpSp>
        <p:nvGrpSpPr>
          <p:cNvPr id="400" name="Google Shape;400;p22"/>
          <p:cNvGrpSpPr/>
          <p:nvPr/>
        </p:nvGrpSpPr>
        <p:grpSpPr>
          <a:xfrm>
            <a:off x="4495800" y="1238250"/>
            <a:ext cx="4152900" cy="2400300"/>
            <a:chOff x="0" y="0"/>
            <a:chExt cx="4152900" cy="2400300"/>
          </a:xfrm>
        </p:grpSpPr>
        <p:pic>
          <p:nvPicPr>
            <p:cNvPr descr="A high-end industrial studio photograph of electronic spare parts, circuit boards, servo motors, and precision mechanical components arranged neatly on a dark blue technical background, clear professional studio lighting." id="401" name="Google Shape;401;p22"/>
            <p:cNvPicPr preferRelativeResize="0"/>
            <p:nvPr/>
          </p:nvPicPr>
          <p:blipFill rotWithShape="1">
            <a:blip r:embed="rId3">
              <a:alphaModFix/>
            </a:blip>
            <a:srcRect b="0" l="1343" r="1333" t="0"/>
            <a:stretch/>
          </p:blipFill>
          <p:spPr>
            <a:xfrm>
              <a:off x="0" y="0"/>
              <a:ext cx="4152900" cy="2400300"/>
            </a:xfrm>
            <a:prstGeom prst="roundRect">
              <a:avLst>
                <a:gd fmla="val 2380" name="adj"/>
              </a:avLst>
            </a:prstGeom>
            <a:noFill/>
            <a:ln>
              <a:noFill/>
            </a:ln>
          </p:spPr>
        </p:pic>
        <p:sp>
          <p:nvSpPr>
            <p:cNvPr id="402" name="Google Shape;402;p22"/>
            <p:cNvSpPr/>
            <p:nvPr/>
          </p:nvSpPr>
          <p:spPr>
            <a:xfrm>
              <a:off x="0" y="0"/>
              <a:ext cx="4152900" cy="2400300"/>
            </a:xfrm>
            <a:prstGeom prst="roundRect">
              <a:avLst>
                <a:gd fmla="val 2380" name="adj"/>
              </a:avLst>
            </a:prstGeom>
            <a:solidFill>
              <a:srgbClr val="000000">
                <a:alpha val="0"/>
              </a:srgbClr>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03" name="Google Shape;403;p22"/>
          <p:cNvGrpSpPr/>
          <p:nvPr/>
        </p:nvGrpSpPr>
        <p:grpSpPr>
          <a:xfrm>
            <a:off x="495300" y="3829050"/>
            <a:ext cx="8153400" cy="400200"/>
            <a:chOff x="0" y="0"/>
            <a:chExt cx="8153400" cy="400200"/>
          </a:xfrm>
        </p:grpSpPr>
        <p:sp>
          <p:nvSpPr>
            <p:cNvPr id="404" name="Google Shape;404;p22"/>
            <p:cNvSpPr/>
            <p:nvPr/>
          </p:nvSpPr>
          <p:spPr>
            <a:xfrm>
              <a:off x="0" y="0"/>
              <a:ext cx="8153400" cy="400200"/>
            </a:xfrm>
            <a:prstGeom prst="roundRect">
              <a:avLst>
                <a:gd fmla="val 14285" name="adj"/>
              </a:avLst>
            </a:prstGeom>
            <a:solidFill>
              <a:srgbClr val="0E2338"/>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2"/>
            <p:cNvSpPr/>
            <p:nvPr/>
          </p:nvSpPr>
          <p:spPr>
            <a:xfrm>
              <a:off x="0" y="0"/>
              <a:ext cx="38100" cy="4002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22"/>
            <p:cNvSpPr txBox="1"/>
            <p:nvPr/>
          </p:nvSpPr>
          <p:spPr>
            <a:xfrm>
              <a:off x="171450" y="0"/>
              <a:ext cx="78486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chemeClr val="lt1"/>
                  </a:solidFill>
                  <a:latin typeface="Source Sans 3"/>
                  <a:ea typeface="Source Sans 3"/>
                  <a:cs typeface="Source Sans 3"/>
                  <a:sym typeface="Source Sans 3"/>
                </a:rPr>
                <a:t>SPARE PARTS • INSTALLATION • REPLACEMENT • CALIBRATION SUPPORT</a:t>
              </a:r>
              <a:endParaRPr b="1" sz="1000">
                <a:solidFill>
                  <a:schemeClr val="lt1"/>
                </a:solidFill>
                <a:latin typeface="Source Sans 3"/>
                <a:ea typeface="Source Sans 3"/>
                <a:cs typeface="Source Sans 3"/>
                <a:sym typeface="Source Sans 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410" name="Shape 410"/>
        <p:cNvGrpSpPr/>
        <p:nvPr/>
      </p:nvGrpSpPr>
      <p:grpSpPr>
        <a:xfrm>
          <a:off x="0" y="0"/>
          <a:ext cx="0" cy="0"/>
          <a:chOff x="0" y="0"/>
          <a:chExt cx="0" cy="0"/>
        </a:xfrm>
      </p:grpSpPr>
      <p:grpSp>
        <p:nvGrpSpPr>
          <p:cNvPr id="411" name="Google Shape;411;p23"/>
          <p:cNvGrpSpPr/>
          <p:nvPr/>
        </p:nvGrpSpPr>
        <p:grpSpPr>
          <a:xfrm>
            <a:off x="495300" y="247650"/>
            <a:ext cx="4762500" cy="533550"/>
            <a:chOff x="0" y="0"/>
            <a:chExt cx="4762500" cy="533550"/>
          </a:xfrm>
        </p:grpSpPr>
        <p:sp>
          <p:nvSpPr>
            <p:cNvPr id="412" name="Google Shape;412;p23"/>
            <p:cNvSpPr txBox="1"/>
            <p:nvPr/>
          </p:nvSpPr>
          <p:spPr>
            <a:xfrm>
              <a:off x="0" y="0"/>
              <a:ext cx="2857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11</a:t>
              </a:r>
              <a:endParaRPr b="1" sz="800">
                <a:solidFill>
                  <a:srgbClr val="145DA0"/>
                </a:solidFill>
                <a:latin typeface="Source Sans 3"/>
                <a:ea typeface="Source Sans 3"/>
                <a:cs typeface="Source Sans 3"/>
                <a:sym typeface="Source Sans 3"/>
              </a:endParaRPr>
            </a:p>
          </p:txBody>
        </p:sp>
        <p:sp>
          <p:nvSpPr>
            <p:cNvPr id="413" name="Google Shape;413;p23"/>
            <p:cNvSpPr txBox="1"/>
            <p:nvPr/>
          </p:nvSpPr>
          <p:spPr>
            <a:xfrm>
              <a:off x="0" y="171450"/>
              <a:ext cx="47625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20">
                  <a:solidFill>
                    <a:srgbClr val="152534"/>
                  </a:solidFill>
                  <a:latin typeface="Barlow Condensed"/>
                  <a:ea typeface="Barlow Condensed"/>
                  <a:cs typeface="Barlow Condensed"/>
                  <a:sym typeface="Barlow Condensed"/>
                </a:rPr>
                <a:t>Board Repair Services</a:t>
              </a:r>
              <a:endParaRPr b="1" sz="2220">
                <a:solidFill>
                  <a:srgbClr val="152534"/>
                </a:solidFill>
                <a:latin typeface="Barlow Condensed"/>
                <a:ea typeface="Barlow Condensed"/>
                <a:cs typeface="Barlow Condensed"/>
                <a:sym typeface="Barlow Condensed"/>
              </a:endParaRPr>
            </a:p>
          </p:txBody>
        </p:sp>
      </p:grpSp>
      <p:sp>
        <p:nvSpPr>
          <p:cNvPr id="414" name="Google Shape;414;p23"/>
          <p:cNvSpPr/>
          <p:nvPr/>
        </p:nvSpPr>
        <p:spPr>
          <a:xfrm>
            <a:off x="7429500" y="371475"/>
            <a:ext cx="1219200" cy="19200"/>
          </a:xfrm>
          <a:prstGeom prst="rect">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3"/>
          <p:cNvSpPr txBox="1"/>
          <p:nvPr/>
        </p:nvSpPr>
        <p:spPr>
          <a:xfrm>
            <a:off x="495300" y="838200"/>
            <a:ext cx="8153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52534"/>
                </a:solidFill>
                <a:latin typeface="Barlow Condensed"/>
                <a:ea typeface="Barlow Condensed"/>
                <a:cs typeface="Barlow Condensed"/>
                <a:sym typeface="Barlow Condensed"/>
              </a:rPr>
              <a:t>Precision diagnosis. Accountable repair.</a:t>
            </a:r>
            <a:endParaRPr b="1" sz="1800">
              <a:solidFill>
                <a:srgbClr val="152534"/>
              </a:solidFill>
              <a:latin typeface="Barlow Condensed"/>
              <a:ea typeface="Barlow Condensed"/>
              <a:cs typeface="Barlow Condensed"/>
              <a:sym typeface="Barlow Condensed"/>
            </a:endParaRPr>
          </a:p>
        </p:txBody>
      </p:sp>
      <p:grpSp>
        <p:nvGrpSpPr>
          <p:cNvPr id="416" name="Google Shape;416;p23"/>
          <p:cNvGrpSpPr/>
          <p:nvPr/>
        </p:nvGrpSpPr>
        <p:grpSpPr>
          <a:xfrm>
            <a:off x="495300" y="1238250"/>
            <a:ext cx="4572000" cy="800100"/>
            <a:chOff x="0" y="0"/>
            <a:chExt cx="4572000" cy="800100"/>
          </a:xfrm>
        </p:grpSpPr>
        <p:sp>
          <p:nvSpPr>
            <p:cNvPr id="417" name="Google Shape;417;p23"/>
            <p:cNvSpPr/>
            <p:nvPr/>
          </p:nvSpPr>
          <p:spPr>
            <a:xfrm>
              <a:off x="0" y="0"/>
              <a:ext cx="4572000" cy="8001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3"/>
            <p:cNvSpPr/>
            <p:nvPr/>
          </p:nvSpPr>
          <p:spPr>
            <a:xfrm>
              <a:off x="0" y="0"/>
              <a:ext cx="38100" cy="800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23"/>
            <p:cNvSpPr txBox="1"/>
            <p:nvPr/>
          </p:nvSpPr>
          <p:spPr>
            <a:xfrm>
              <a:off x="152400" y="95250"/>
              <a:ext cx="42864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memory </a:t>
              </a:r>
              <a:r>
                <a:rPr b="1" lang="en" sz="1300">
                  <a:solidFill>
                    <a:srgbClr val="152534"/>
                  </a:solidFill>
                  <a:latin typeface="Barlow Condensed"/>
                  <a:ea typeface="Barlow Condensed"/>
                  <a:cs typeface="Barlow Condensed"/>
                  <a:sym typeface="Barlow Condensed"/>
                </a:rPr>
                <a:t>CONTROL &amp; PROCESSING BOARDS</a:t>
              </a:r>
              <a:endParaRPr sz="130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b="0" lang="en" sz="900">
                  <a:solidFill>
                    <a:srgbClr val="687785"/>
                  </a:solidFill>
                  <a:latin typeface="Source Sans 3"/>
                  <a:ea typeface="Source Sans 3"/>
                  <a:cs typeface="Source Sans 3"/>
                  <a:sym typeface="Source Sans 3"/>
                </a:rPr>
                <a:t>Main Boards • CPU Boards • Logic Boards • HiPEC Boards</a:t>
              </a:r>
              <a:endParaRPr b="0" sz="900">
                <a:solidFill>
                  <a:srgbClr val="687785"/>
                </a:solidFill>
                <a:latin typeface="Source Sans 3"/>
                <a:ea typeface="Source Sans 3"/>
                <a:cs typeface="Source Sans 3"/>
                <a:sym typeface="Source Sans 3"/>
              </a:endParaRPr>
            </a:p>
          </p:txBody>
        </p:sp>
      </p:grpSp>
      <p:grpSp>
        <p:nvGrpSpPr>
          <p:cNvPr id="420" name="Google Shape;420;p23"/>
          <p:cNvGrpSpPr/>
          <p:nvPr/>
        </p:nvGrpSpPr>
        <p:grpSpPr>
          <a:xfrm>
            <a:off x="495300" y="2152650"/>
            <a:ext cx="4572000" cy="800100"/>
            <a:chOff x="0" y="0"/>
            <a:chExt cx="4572000" cy="800100"/>
          </a:xfrm>
        </p:grpSpPr>
        <p:sp>
          <p:nvSpPr>
            <p:cNvPr id="421" name="Google Shape;421;p23"/>
            <p:cNvSpPr/>
            <p:nvPr/>
          </p:nvSpPr>
          <p:spPr>
            <a:xfrm>
              <a:off x="0" y="0"/>
              <a:ext cx="4572000" cy="8001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23"/>
            <p:cNvSpPr/>
            <p:nvPr/>
          </p:nvSpPr>
          <p:spPr>
            <a:xfrm>
              <a:off x="0" y="0"/>
              <a:ext cx="38100" cy="800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23"/>
            <p:cNvSpPr txBox="1"/>
            <p:nvPr/>
          </p:nvSpPr>
          <p:spPr>
            <a:xfrm>
              <a:off x="152400" y="95250"/>
              <a:ext cx="42864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power </a:t>
              </a:r>
              <a:r>
                <a:rPr b="1" lang="en" sz="1300">
                  <a:solidFill>
                    <a:srgbClr val="152534"/>
                  </a:solidFill>
                  <a:latin typeface="Barlow Condensed"/>
                  <a:ea typeface="Barlow Condensed"/>
                  <a:cs typeface="Barlow Condensed"/>
                  <a:sym typeface="Barlow Condensed"/>
                </a:rPr>
                <a:t>POWER &amp; MOTION DRIVERS</a:t>
              </a:r>
              <a:endParaRPr sz="130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b="0" lang="en" sz="900">
                  <a:solidFill>
                    <a:srgbClr val="687785"/>
                  </a:solidFill>
                  <a:latin typeface="Source Sans 3"/>
                  <a:ea typeface="Source Sans 3"/>
                  <a:cs typeface="Source Sans 3"/>
                  <a:sym typeface="Source Sans 3"/>
                </a:rPr>
                <a:t>Power Supplies • Driver Boards • Servo Driver Boards • Bond Head Driver Boards</a:t>
              </a:r>
              <a:endParaRPr b="0" sz="900">
                <a:solidFill>
                  <a:srgbClr val="687785"/>
                </a:solidFill>
                <a:latin typeface="Source Sans 3"/>
                <a:ea typeface="Source Sans 3"/>
                <a:cs typeface="Source Sans 3"/>
                <a:sym typeface="Source Sans 3"/>
              </a:endParaRPr>
            </a:p>
          </p:txBody>
        </p:sp>
      </p:grpSp>
      <p:grpSp>
        <p:nvGrpSpPr>
          <p:cNvPr id="424" name="Google Shape;424;p23"/>
          <p:cNvGrpSpPr/>
          <p:nvPr/>
        </p:nvGrpSpPr>
        <p:grpSpPr>
          <a:xfrm>
            <a:off x="495300" y="3067050"/>
            <a:ext cx="4572000" cy="800100"/>
            <a:chOff x="0" y="0"/>
            <a:chExt cx="4572000" cy="800100"/>
          </a:xfrm>
        </p:grpSpPr>
        <p:sp>
          <p:nvSpPr>
            <p:cNvPr id="425" name="Google Shape;425;p23"/>
            <p:cNvSpPr/>
            <p:nvPr/>
          </p:nvSpPr>
          <p:spPr>
            <a:xfrm>
              <a:off x="0" y="0"/>
              <a:ext cx="4572000" cy="800100"/>
            </a:xfrm>
            <a:prstGeom prst="roundRect">
              <a:avLst>
                <a:gd fmla="val 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23"/>
            <p:cNvSpPr/>
            <p:nvPr/>
          </p:nvSpPr>
          <p:spPr>
            <a:xfrm>
              <a:off x="0" y="0"/>
              <a:ext cx="38100" cy="8001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3"/>
            <p:cNvSpPr txBox="1"/>
            <p:nvPr/>
          </p:nvSpPr>
          <p:spPr>
            <a:xfrm>
              <a:off x="152400" y="95250"/>
              <a:ext cx="4286400" cy="6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alt_route </a:t>
              </a:r>
              <a:r>
                <a:rPr b="1" lang="en" sz="1300">
                  <a:solidFill>
                    <a:srgbClr val="152534"/>
                  </a:solidFill>
                  <a:latin typeface="Barlow Condensed"/>
                  <a:ea typeface="Barlow Condensed"/>
                  <a:cs typeface="Barlow Condensed"/>
                  <a:sym typeface="Barlow Condensed"/>
                </a:rPr>
                <a:t>SIGNAL &amp; INTERFACE MODULES</a:t>
              </a:r>
              <a:endParaRPr sz="130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b="0" lang="en" sz="900">
                  <a:solidFill>
                    <a:srgbClr val="687785"/>
                  </a:solidFill>
                  <a:latin typeface="Source Sans 3"/>
                  <a:ea typeface="Source Sans 3"/>
                  <a:cs typeface="Source Sans 3"/>
                  <a:sym typeface="Source Sans 3"/>
                </a:rPr>
                <a:t>Motor Interface Boards • Motor I/O Boards • I/O Boards • PRS Boards</a:t>
              </a:r>
              <a:endParaRPr b="0" sz="900">
                <a:solidFill>
                  <a:srgbClr val="687785"/>
                </a:solidFill>
                <a:latin typeface="Source Sans 3"/>
                <a:ea typeface="Source Sans 3"/>
                <a:cs typeface="Source Sans 3"/>
                <a:sym typeface="Source Sans 3"/>
              </a:endParaRPr>
            </a:p>
          </p:txBody>
        </p:sp>
      </p:grpSp>
      <p:grpSp>
        <p:nvGrpSpPr>
          <p:cNvPr id="428" name="Google Shape;428;p23"/>
          <p:cNvGrpSpPr/>
          <p:nvPr/>
        </p:nvGrpSpPr>
        <p:grpSpPr>
          <a:xfrm>
            <a:off x="495300" y="4019550"/>
            <a:ext cx="8153400" cy="400200"/>
            <a:chOff x="0" y="0"/>
            <a:chExt cx="8153400" cy="400200"/>
          </a:xfrm>
        </p:grpSpPr>
        <p:sp>
          <p:nvSpPr>
            <p:cNvPr id="429" name="Google Shape;429;p23"/>
            <p:cNvSpPr/>
            <p:nvPr/>
          </p:nvSpPr>
          <p:spPr>
            <a:xfrm>
              <a:off x="0" y="0"/>
              <a:ext cx="8153400" cy="400200"/>
            </a:xfrm>
            <a:prstGeom prst="roundRect">
              <a:avLst>
                <a:gd fmla="val 14285" name="adj"/>
              </a:avLst>
            </a:prstGeom>
            <a:solidFill>
              <a:srgbClr val="152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3"/>
            <p:cNvSpPr/>
            <p:nvPr/>
          </p:nvSpPr>
          <p:spPr>
            <a:xfrm>
              <a:off x="0" y="0"/>
              <a:ext cx="38100" cy="4002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3"/>
            <p:cNvSpPr txBox="1"/>
            <p:nvPr/>
          </p:nvSpPr>
          <p:spPr>
            <a:xfrm>
              <a:off x="171450" y="0"/>
              <a:ext cx="78486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chemeClr val="lt1"/>
                  </a:solidFill>
                  <a:latin typeface="Source Sans 3"/>
                  <a:ea typeface="Source Sans 3"/>
                  <a:cs typeface="Source Sans 3"/>
                  <a:sym typeface="Source Sans 3"/>
                </a:rPr>
                <a:t>TECHNICAL PRECISION &amp; QUALITY-FOCUSED VERIFICATION GUIDE EVERY BOARD REPAIR ENGAGEMENT</a:t>
              </a:r>
              <a:endParaRPr b="1" sz="1000">
                <a:solidFill>
                  <a:schemeClr val="lt1"/>
                </a:solidFill>
                <a:latin typeface="Source Sans 3"/>
                <a:ea typeface="Source Sans 3"/>
                <a:cs typeface="Source Sans 3"/>
                <a:sym typeface="Source Sans 3"/>
              </a:endParaRPr>
            </a:p>
          </p:txBody>
        </p:sp>
      </p:grpSp>
      <p:sp>
        <p:nvSpPr>
          <p:cNvPr id="432" name="Google Shape;432;p23"/>
          <p:cNvSpPr/>
          <p:nvPr/>
        </p:nvSpPr>
        <p:spPr>
          <a:xfrm>
            <a:off x="5257800" y="1238250"/>
            <a:ext cx="3390900" cy="262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33" name="Google Shape;433;p23" title="service.jpg"/>
          <p:cNvPicPr preferRelativeResize="0"/>
          <p:nvPr/>
        </p:nvPicPr>
        <p:blipFill rotWithShape="1">
          <a:blip r:embed="rId3">
            <a:alphaModFix/>
          </a:blip>
          <a:srcRect b="0" l="27704" r="0" t="0"/>
          <a:stretch/>
        </p:blipFill>
        <p:spPr>
          <a:xfrm>
            <a:off x="5243125" y="1238250"/>
            <a:ext cx="3405573" cy="2628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437" name="Shape 437"/>
        <p:cNvGrpSpPr/>
        <p:nvPr/>
      </p:nvGrpSpPr>
      <p:grpSpPr>
        <a:xfrm>
          <a:off x="0" y="0"/>
          <a:ext cx="0" cy="0"/>
          <a:chOff x="0" y="0"/>
          <a:chExt cx="0" cy="0"/>
        </a:xfrm>
      </p:grpSpPr>
      <p:grpSp>
        <p:nvGrpSpPr>
          <p:cNvPr id="438" name="Google Shape;438;p24"/>
          <p:cNvGrpSpPr/>
          <p:nvPr/>
        </p:nvGrpSpPr>
        <p:grpSpPr>
          <a:xfrm>
            <a:off x="495300" y="289322"/>
            <a:ext cx="6286500" cy="600581"/>
            <a:chOff x="0" y="9525"/>
            <a:chExt cx="16764000" cy="1601550"/>
          </a:xfrm>
        </p:grpSpPr>
        <p:sp>
          <p:nvSpPr>
            <p:cNvPr id="439" name="Google Shape;439;p24"/>
            <p:cNvSpPr txBox="1"/>
            <p:nvPr/>
          </p:nvSpPr>
          <p:spPr>
            <a:xfrm>
              <a:off x="0" y="9525"/>
              <a:ext cx="38100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700" u="none" cap="none" strike="noStrike">
                  <a:solidFill>
                    <a:srgbClr val="145DA0"/>
                  </a:solidFill>
                  <a:latin typeface="Source Sans 3"/>
                  <a:ea typeface="Source Sans 3"/>
                  <a:cs typeface="Source Sans 3"/>
                  <a:sym typeface="Source Sans 3"/>
                </a:rPr>
                <a:t>CLM  /  12</a:t>
              </a:r>
              <a:endParaRPr sz="700"/>
            </a:p>
          </p:txBody>
        </p:sp>
        <p:sp>
          <p:nvSpPr>
            <p:cNvPr id="440" name="Google Shape;440;p24"/>
            <p:cNvSpPr txBox="1"/>
            <p:nvPr/>
          </p:nvSpPr>
          <p:spPr>
            <a:xfrm>
              <a:off x="0" y="714375"/>
              <a:ext cx="16764000" cy="896700"/>
            </a:xfrm>
            <a:prstGeom prst="rect">
              <a:avLst/>
            </a:prstGeom>
            <a:noFill/>
            <a:ln>
              <a:noFill/>
            </a:ln>
          </p:spPr>
          <p:txBody>
            <a:bodyPr anchorCtr="0" anchor="t" bIns="0" lIns="0" spcFirstLastPara="1" rIns="0" wrap="square" tIns="0">
              <a:spAutoFit/>
            </a:bodyPr>
            <a:lstStyle/>
            <a:p>
              <a:pPr indent="0" lvl="0" marL="0" marR="0" rtl="0" algn="l">
                <a:lnSpc>
                  <a:spcPct val="94989"/>
                </a:lnSpc>
                <a:spcBef>
                  <a:spcPts val="0"/>
                </a:spcBef>
                <a:spcAft>
                  <a:spcPts val="0"/>
                </a:spcAft>
                <a:buNone/>
              </a:pPr>
              <a:r>
                <a:rPr b="1" i="0" lang="en" sz="2300" u="none" cap="none" strike="noStrike">
                  <a:solidFill>
                    <a:srgbClr val="152534"/>
                  </a:solidFill>
                  <a:latin typeface="Barlow Condensed"/>
                  <a:ea typeface="Barlow Condensed"/>
                  <a:cs typeface="Barlow Condensed"/>
                  <a:sym typeface="Barlow Condensed"/>
                </a:rPr>
                <a:t>Aluminum Wedge Bonding Consumables</a:t>
              </a:r>
              <a:endParaRPr sz="700"/>
            </a:p>
          </p:txBody>
        </p:sp>
      </p:grpSp>
      <p:grpSp>
        <p:nvGrpSpPr>
          <p:cNvPr id="441" name="Google Shape;441;p24"/>
          <p:cNvGrpSpPr/>
          <p:nvPr/>
        </p:nvGrpSpPr>
        <p:grpSpPr>
          <a:xfrm>
            <a:off x="7429500" y="357188"/>
            <a:ext cx="1219200" cy="33338"/>
            <a:chOff x="0" y="-38100"/>
            <a:chExt cx="3251200" cy="88900"/>
          </a:xfrm>
        </p:grpSpPr>
        <p:sp>
          <p:nvSpPr>
            <p:cNvPr id="442" name="Google Shape;442;p24"/>
            <p:cNvSpPr/>
            <p:nvPr/>
          </p:nvSpPr>
          <p:spPr>
            <a:xfrm>
              <a:off x="0" y="0"/>
              <a:ext cx="3251200" cy="50800"/>
            </a:xfrm>
            <a:custGeom>
              <a:rect b="b" l="l" r="r" t="t"/>
              <a:pathLst>
                <a:path extrusionOk="0" h="50800" w="3251200">
                  <a:moveTo>
                    <a:pt x="0" y="0"/>
                  </a:moveTo>
                  <a:lnTo>
                    <a:pt x="3251200" y="0"/>
                  </a:lnTo>
                  <a:lnTo>
                    <a:pt x="3251200" y="50800"/>
                  </a:lnTo>
                  <a:lnTo>
                    <a:pt x="0" y="50800"/>
                  </a:lnTo>
                  <a:close/>
                </a:path>
              </a:pathLst>
            </a:custGeom>
            <a:solidFill>
              <a:srgbClr val="145DA0"/>
            </a:solidFill>
            <a:ln>
              <a:noFill/>
            </a:ln>
          </p:spPr>
        </p:sp>
        <p:sp>
          <p:nvSpPr>
            <p:cNvPr id="443" name="Google Shape;443;p24"/>
            <p:cNvSpPr txBox="1"/>
            <p:nvPr/>
          </p:nvSpPr>
          <p:spPr>
            <a:xfrm>
              <a:off x="0" y="-38100"/>
              <a:ext cx="3251100" cy="88800"/>
            </a:xfrm>
            <a:prstGeom prst="rect">
              <a:avLst/>
            </a:prstGeom>
            <a:noFill/>
            <a:ln>
              <a:noFill/>
            </a:ln>
          </p:spPr>
          <p:txBody>
            <a:bodyPr anchorCtr="0" anchor="ctr" bIns="25400" lIns="25400" spcFirstLastPara="1" rIns="25400" wrap="square" tIns="25400">
              <a:noAutofit/>
            </a:bodyPr>
            <a:lstStyle/>
            <a:p>
              <a:pPr indent="0" lvl="0" marL="0" marR="0" rtl="0" algn="l">
                <a:lnSpc>
                  <a:spcPct val="93277"/>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44" name="Google Shape;444;p24"/>
          <p:cNvGrpSpPr/>
          <p:nvPr/>
        </p:nvGrpSpPr>
        <p:grpSpPr>
          <a:xfrm>
            <a:off x="495300" y="1238250"/>
            <a:ext cx="4572000" cy="1047900"/>
            <a:chOff x="0" y="0"/>
            <a:chExt cx="4572000" cy="1047900"/>
          </a:xfrm>
        </p:grpSpPr>
        <p:sp>
          <p:nvSpPr>
            <p:cNvPr id="445" name="Google Shape;445;p24"/>
            <p:cNvSpPr/>
            <p:nvPr/>
          </p:nvSpPr>
          <p:spPr>
            <a:xfrm>
              <a:off x="0" y="0"/>
              <a:ext cx="4572000" cy="10479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4"/>
            <p:cNvSpPr/>
            <p:nvPr/>
          </p:nvSpPr>
          <p:spPr>
            <a:xfrm>
              <a:off x="0" y="0"/>
              <a:ext cx="38100" cy="10479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24"/>
            <p:cNvSpPr txBox="1"/>
            <p:nvPr/>
          </p:nvSpPr>
          <p:spPr>
            <a:xfrm>
              <a:off x="171450" y="133350"/>
              <a:ext cx="4248300" cy="7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0C7D9"/>
                  </a:solidFill>
                  <a:latin typeface="Source Sans 3"/>
                  <a:ea typeface="Source Sans 3"/>
                  <a:cs typeface="Source Sans 3"/>
                  <a:sym typeface="Source Sans 3"/>
                </a:rPr>
                <a:t>ORTHODYNE ELECTRONICS</a:t>
              </a:r>
              <a:endParaRPr b="1" sz="900">
                <a:solidFill>
                  <a:srgbClr val="20C7D9"/>
                </a:solidFill>
                <a:latin typeface="Source Sans 3"/>
                <a:ea typeface="Source Sans 3"/>
                <a:cs typeface="Source Sans 3"/>
                <a:sym typeface="Source Sans 3"/>
              </a:endParaRPr>
            </a:p>
            <a:p>
              <a:pPr indent="0" lvl="0" marL="0" rtl="0" algn="l">
                <a:spcBef>
                  <a:spcPts val="450"/>
                </a:spcBef>
                <a:spcAft>
                  <a:spcPts val="0"/>
                </a:spcAft>
                <a:buNone/>
              </a:pPr>
              <a:r>
                <a:rPr b="1" lang="en" sz="1600">
                  <a:solidFill>
                    <a:srgbClr val="152534"/>
                  </a:solidFill>
                  <a:latin typeface="Barlow Condensed"/>
                  <a:ea typeface="Barlow Condensed"/>
                  <a:cs typeface="Barlow Condensed"/>
                  <a:sym typeface="Barlow Condensed"/>
                </a:rPr>
                <a:t>Compatible Consumables</a:t>
              </a:r>
              <a:endParaRPr b="1" sz="1600">
                <a:solidFill>
                  <a:srgbClr val="152534"/>
                </a:solidFill>
                <a:latin typeface="Barlow Condensed"/>
                <a:ea typeface="Barlow Condensed"/>
                <a:cs typeface="Barlow Condensed"/>
                <a:sym typeface="Barlow Condensed"/>
              </a:endParaRPr>
            </a:p>
            <a:p>
              <a:pPr indent="0" lvl="0" marL="0" rtl="0" algn="l">
                <a:spcBef>
                  <a:spcPts val="750"/>
                </a:spcBef>
                <a:spcAft>
                  <a:spcPts val="0"/>
                </a:spcAft>
                <a:buNone/>
              </a:pPr>
              <a:r>
                <a:rPr b="0" lang="en" sz="1100">
                  <a:solidFill>
                    <a:srgbClr val="152534"/>
                  </a:solidFill>
                  <a:latin typeface="Material Icons"/>
                  <a:ea typeface="Material Icons"/>
                  <a:cs typeface="Material Icons"/>
                  <a:sym typeface="Material Icons"/>
                </a:rPr>
                <a:t>build </a:t>
              </a:r>
              <a:r>
                <a:rPr b="1" lang="en" sz="1050">
                  <a:solidFill>
                    <a:srgbClr val="152534"/>
                  </a:solidFill>
                  <a:latin typeface="Source Sans 3"/>
                  <a:ea typeface="Source Sans 3"/>
                  <a:cs typeface="Source Sans 3"/>
                  <a:sym typeface="Source Sans 3"/>
                </a:rPr>
                <a:t>Bondtool</a:t>
              </a:r>
              <a:r>
                <a:rPr b="0" lang="en" sz="1100">
                  <a:solidFill>
                    <a:srgbClr val="152534"/>
                  </a:solidFill>
                  <a:latin typeface="Material Icons"/>
                  <a:ea typeface="Material Icons"/>
                  <a:cs typeface="Material Icons"/>
                  <a:sym typeface="Material Icons"/>
                </a:rPr>
                <a:t>      content_cut </a:t>
              </a:r>
              <a:r>
                <a:rPr b="1" lang="en" sz="1050">
                  <a:solidFill>
                    <a:srgbClr val="152534"/>
                  </a:solidFill>
                  <a:latin typeface="Source Sans 3"/>
                  <a:ea typeface="Source Sans 3"/>
                  <a:cs typeface="Source Sans 3"/>
                  <a:sym typeface="Source Sans 3"/>
                </a:rPr>
                <a:t>Wirecutter</a:t>
              </a:r>
              <a:r>
                <a:rPr b="0" lang="en" sz="1100">
                  <a:solidFill>
                    <a:srgbClr val="152534"/>
                  </a:solidFill>
                  <a:latin typeface="Material Icons"/>
                  <a:ea typeface="Material Icons"/>
                  <a:cs typeface="Material Icons"/>
                  <a:sym typeface="Material Icons"/>
                </a:rPr>
                <a:t>      linear_scale </a:t>
              </a:r>
              <a:r>
                <a:rPr b="1" lang="en" sz="1050">
                  <a:solidFill>
                    <a:srgbClr val="152534"/>
                  </a:solidFill>
                  <a:latin typeface="Source Sans 3"/>
                  <a:ea typeface="Source Sans 3"/>
                  <a:cs typeface="Source Sans 3"/>
                  <a:sym typeface="Source Sans 3"/>
                </a:rPr>
                <a:t>Wireguide</a:t>
              </a:r>
              <a:endParaRPr b="0" sz="1100">
                <a:solidFill>
                  <a:srgbClr val="152534"/>
                </a:solidFill>
                <a:latin typeface="Material Icons"/>
                <a:ea typeface="Material Icons"/>
                <a:cs typeface="Material Icons"/>
                <a:sym typeface="Material Icons"/>
              </a:endParaRPr>
            </a:p>
          </p:txBody>
        </p:sp>
      </p:grpSp>
      <p:grpSp>
        <p:nvGrpSpPr>
          <p:cNvPr id="448" name="Google Shape;448;p24"/>
          <p:cNvGrpSpPr/>
          <p:nvPr/>
        </p:nvGrpSpPr>
        <p:grpSpPr>
          <a:xfrm>
            <a:off x="495300" y="2438400"/>
            <a:ext cx="4572000" cy="1047900"/>
            <a:chOff x="0" y="0"/>
            <a:chExt cx="4572000" cy="1047900"/>
          </a:xfrm>
        </p:grpSpPr>
        <p:sp>
          <p:nvSpPr>
            <p:cNvPr id="449" name="Google Shape;449;p24"/>
            <p:cNvSpPr/>
            <p:nvPr/>
          </p:nvSpPr>
          <p:spPr>
            <a:xfrm>
              <a:off x="0" y="0"/>
              <a:ext cx="4572000" cy="10479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4"/>
            <p:cNvSpPr/>
            <p:nvPr/>
          </p:nvSpPr>
          <p:spPr>
            <a:xfrm>
              <a:off x="0" y="0"/>
              <a:ext cx="38100" cy="10479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24"/>
            <p:cNvSpPr txBox="1"/>
            <p:nvPr/>
          </p:nvSpPr>
          <p:spPr>
            <a:xfrm>
              <a:off x="171450" y="133350"/>
              <a:ext cx="4248300" cy="7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20C7D9"/>
                  </a:solidFill>
                  <a:latin typeface="Source Sans 3"/>
                  <a:ea typeface="Source Sans 3"/>
                  <a:cs typeface="Source Sans 3"/>
                  <a:sym typeface="Source Sans 3"/>
                </a:rPr>
                <a:t>FNK / DELVO TECHNOLOGY</a:t>
              </a:r>
              <a:endParaRPr b="1" sz="900">
                <a:solidFill>
                  <a:srgbClr val="20C7D9"/>
                </a:solidFill>
                <a:latin typeface="Source Sans 3"/>
                <a:ea typeface="Source Sans 3"/>
                <a:cs typeface="Source Sans 3"/>
                <a:sym typeface="Source Sans 3"/>
              </a:endParaRPr>
            </a:p>
            <a:p>
              <a:pPr indent="0" lvl="0" marL="0" rtl="0" algn="l">
                <a:spcBef>
                  <a:spcPts val="450"/>
                </a:spcBef>
                <a:spcAft>
                  <a:spcPts val="0"/>
                </a:spcAft>
                <a:buNone/>
              </a:pPr>
              <a:r>
                <a:rPr b="1" lang="en" sz="1600">
                  <a:solidFill>
                    <a:srgbClr val="152534"/>
                  </a:solidFill>
                  <a:latin typeface="Barlow Condensed"/>
                  <a:ea typeface="Barlow Condensed"/>
                  <a:cs typeface="Barlow Condensed"/>
                  <a:sym typeface="Barlow Condensed"/>
                </a:rPr>
                <a:t>Compatible Consumables</a:t>
              </a:r>
              <a:endParaRPr b="1" sz="1600">
                <a:solidFill>
                  <a:srgbClr val="152534"/>
                </a:solidFill>
                <a:latin typeface="Barlow Condensed"/>
                <a:ea typeface="Barlow Condensed"/>
                <a:cs typeface="Barlow Condensed"/>
                <a:sym typeface="Barlow Condensed"/>
              </a:endParaRPr>
            </a:p>
            <a:p>
              <a:pPr indent="0" lvl="0" marL="0" rtl="0" algn="l">
                <a:spcBef>
                  <a:spcPts val="750"/>
                </a:spcBef>
                <a:spcAft>
                  <a:spcPts val="0"/>
                </a:spcAft>
                <a:buNone/>
              </a:pPr>
              <a:r>
                <a:rPr b="0" lang="en" sz="1100">
                  <a:solidFill>
                    <a:srgbClr val="152534"/>
                  </a:solidFill>
                  <a:latin typeface="Material Icons"/>
                  <a:ea typeface="Material Icons"/>
                  <a:cs typeface="Material Icons"/>
                  <a:sym typeface="Material Icons"/>
                </a:rPr>
                <a:t>build </a:t>
              </a:r>
              <a:r>
                <a:rPr b="1" lang="en" sz="1050">
                  <a:solidFill>
                    <a:srgbClr val="152534"/>
                  </a:solidFill>
                  <a:latin typeface="Source Sans 3"/>
                  <a:ea typeface="Source Sans 3"/>
                  <a:cs typeface="Source Sans 3"/>
                  <a:sym typeface="Source Sans 3"/>
                </a:rPr>
                <a:t>Bondtool</a:t>
              </a:r>
              <a:r>
                <a:rPr b="0" lang="en" sz="1100">
                  <a:solidFill>
                    <a:srgbClr val="152534"/>
                  </a:solidFill>
                  <a:latin typeface="Material Icons"/>
                  <a:ea typeface="Material Icons"/>
                  <a:cs typeface="Material Icons"/>
                  <a:sym typeface="Material Icons"/>
                </a:rPr>
                <a:t>      content_cut </a:t>
              </a:r>
              <a:r>
                <a:rPr b="1" lang="en" sz="1050">
                  <a:solidFill>
                    <a:srgbClr val="152534"/>
                  </a:solidFill>
                  <a:latin typeface="Source Sans 3"/>
                  <a:ea typeface="Source Sans 3"/>
                  <a:cs typeface="Source Sans 3"/>
                  <a:sym typeface="Source Sans 3"/>
                </a:rPr>
                <a:t>Wirecutter</a:t>
              </a:r>
              <a:r>
                <a:rPr b="0" lang="en" sz="1100">
                  <a:solidFill>
                    <a:srgbClr val="152534"/>
                  </a:solidFill>
                  <a:latin typeface="Material Icons"/>
                  <a:ea typeface="Material Icons"/>
                  <a:cs typeface="Material Icons"/>
                  <a:sym typeface="Material Icons"/>
                </a:rPr>
                <a:t>      linear_scale </a:t>
              </a:r>
              <a:r>
                <a:rPr b="1" lang="en" sz="1050">
                  <a:solidFill>
                    <a:srgbClr val="152534"/>
                  </a:solidFill>
                  <a:latin typeface="Source Sans 3"/>
                  <a:ea typeface="Source Sans 3"/>
                  <a:cs typeface="Source Sans 3"/>
                  <a:sym typeface="Source Sans 3"/>
                </a:rPr>
                <a:t>Wireguide</a:t>
              </a:r>
              <a:endParaRPr b="0" sz="1100">
                <a:solidFill>
                  <a:srgbClr val="152534"/>
                </a:solidFill>
                <a:latin typeface="Material Icons"/>
                <a:ea typeface="Material Icons"/>
                <a:cs typeface="Material Icons"/>
                <a:sym typeface="Material Icons"/>
              </a:endParaRPr>
            </a:p>
          </p:txBody>
        </p:sp>
      </p:grpSp>
      <p:grpSp>
        <p:nvGrpSpPr>
          <p:cNvPr id="452" name="Google Shape;452;p24"/>
          <p:cNvGrpSpPr/>
          <p:nvPr/>
        </p:nvGrpSpPr>
        <p:grpSpPr>
          <a:xfrm>
            <a:off x="495300" y="3676650"/>
            <a:ext cx="8153400" cy="400200"/>
            <a:chOff x="0" y="0"/>
            <a:chExt cx="8153400" cy="400200"/>
          </a:xfrm>
        </p:grpSpPr>
        <p:sp>
          <p:nvSpPr>
            <p:cNvPr id="453" name="Google Shape;453;p24"/>
            <p:cNvSpPr/>
            <p:nvPr/>
          </p:nvSpPr>
          <p:spPr>
            <a:xfrm>
              <a:off x="0" y="0"/>
              <a:ext cx="8153400" cy="400200"/>
            </a:xfrm>
            <a:prstGeom prst="roundRect">
              <a:avLst>
                <a:gd fmla="val 14285" name="adj"/>
              </a:avLst>
            </a:prstGeom>
            <a:solidFill>
              <a:srgbClr val="152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4"/>
            <p:cNvSpPr/>
            <p:nvPr/>
          </p:nvSpPr>
          <p:spPr>
            <a:xfrm>
              <a:off x="0" y="0"/>
              <a:ext cx="38100" cy="4002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24"/>
            <p:cNvSpPr txBox="1"/>
            <p:nvPr/>
          </p:nvSpPr>
          <p:spPr>
            <a:xfrm>
              <a:off x="171450" y="0"/>
              <a:ext cx="78486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chemeClr val="lt1"/>
                  </a:solidFill>
                  <a:latin typeface="Source Sans 3"/>
                  <a:ea typeface="Source Sans 3"/>
                  <a:cs typeface="Source Sans 3"/>
                  <a:sym typeface="Source Sans 3"/>
                </a:rPr>
                <a:t>COMPATIBILITY AND AVAILABILITY DEPEND ON EQUIPMENT AND PROCESS REQUIREMENTS</a:t>
              </a:r>
              <a:endParaRPr b="1" sz="1000">
                <a:solidFill>
                  <a:schemeClr val="lt1"/>
                </a:solidFill>
                <a:latin typeface="Source Sans 3"/>
                <a:ea typeface="Source Sans 3"/>
                <a:cs typeface="Source Sans 3"/>
                <a:sym typeface="Source Sans 3"/>
              </a:endParaRPr>
            </a:p>
          </p:txBody>
        </p:sp>
      </p:grpSp>
      <p:sp>
        <p:nvSpPr>
          <p:cNvPr id="456" name="Google Shape;456;p24"/>
          <p:cNvSpPr/>
          <p:nvPr/>
        </p:nvSpPr>
        <p:spPr>
          <a:xfrm>
            <a:off x="5257800" y="1257300"/>
            <a:ext cx="3390900" cy="222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57" name="Google Shape;457;p24"/>
          <p:cNvPicPr preferRelativeResize="0"/>
          <p:nvPr/>
        </p:nvPicPr>
        <p:blipFill rotWithShape="1">
          <a:blip r:embed="rId3">
            <a:alphaModFix/>
          </a:blip>
          <a:srcRect b="0" l="15024" r="0" t="0"/>
          <a:stretch/>
        </p:blipFill>
        <p:spPr>
          <a:xfrm>
            <a:off x="5251825" y="1250150"/>
            <a:ext cx="3396874" cy="2254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1" name="Shape 461"/>
        <p:cNvGrpSpPr/>
        <p:nvPr/>
      </p:nvGrpSpPr>
      <p:grpSpPr>
        <a:xfrm>
          <a:off x="0" y="0"/>
          <a:ext cx="0" cy="0"/>
          <a:chOff x="0" y="0"/>
          <a:chExt cx="0" cy="0"/>
        </a:xfrm>
      </p:grpSpPr>
      <p:grpSp>
        <p:nvGrpSpPr>
          <p:cNvPr id="462" name="Google Shape;462;p25"/>
          <p:cNvGrpSpPr/>
          <p:nvPr/>
        </p:nvGrpSpPr>
        <p:grpSpPr>
          <a:xfrm>
            <a:off x="495300" y="247650"/>
            <a:ext cx="4762500" cy="533550"/>
            <a:chOff x="0" y="0"/>
            <a:chExt cx="4762500" cy="533550"/>
          </a:xfrm>
        </p:grpSpPr>
        <p:sp>
          <p:nvSpPr>
            <p:cNvPr id="463" name="Google Shape;463;p25"/>
            <p:cNvSpPr txBox="1"/>
            <p:nvPr/>
          </p:nvSpPr>
          <p:spPr>
            <a:xfrm>
              <a:off x="0" y="0"/>
              <a:ext cx="2857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13</a:t>
              </a:r>
              <a:endParaRPr b="1" sz="800">
                <a:solidFill>
                  <a:srgbClr val="145DA0"/>
                </a:solidFill>
                <a:latin typeface="Source Sans 3"/>
                <a:ea typeface="Source Sans 3"/>
                <a:cs typeface="Source Sans 3"/>
                <a:sym typeface="Source Sans 3"/>
              </a:endParaRPr>
            </a:p>
          </p:txBody>
        </p:sp>
        <p:sp>
          <p:nvSpPr>
            <p:cNvPr id="464" name="Google Shape;464;p25"/>
            <p:cNvSpPr txBox="1"/>
            <p:nvPr/>
          </p:nvSpPr>
          <p:spPr>
            <a:xfrm>
              <a:off x="0" y="171450"/>
              <a:ext cx="47625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20">
                  <a:solidFill>
                    <a:srgbClr val="152534"/>
                  </a:solidFill>
                  <a:latin typeface="Barlow Condensed"/>
                  <a:ea typeface="Barlow Condensed"/>
                  <a:cs typeface="Barlow Condensed"/>
                  <a:sym typeface="Barlow Condensed"/>
                </a:rPr>
                <a:t>After-Sales &amp; Service Support</a:t>
              </a:r>
              <a:endParaRPr b="1" sz="2220">
                <a:solidFill>
                  <a:srgbClr val="152534"/>
                </a:solidFill>
                <a:latin typeface="Barlow Condensed"/>
                <a:ea typeface="Barlow Condensed"/>
                <a:cs typeface="Barlow Condensed"/>
                <a:sym typeface="Barlow Condensed"/>
              </a:endParaRPr>
            </a:p>
          </p:txBody>
        </p:sp>
      </p:grpSp>
      <p:sp>
        <p:nvSpPr>
          <p:cNvPr id="465" name="Google Shape;465;p25"/>
          <p:cNvSpPr/>
          <p:nvPr/>
        </p:nvSpPr>
        <p:spPr>
          <a:xfrm>
            <a:off x="7429500" y="371475"/>
            <a:ext cx="1219200" cy="19200"/>
          </a:xfrm>
          <a:prstGeom prst="rect">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66" name="Google Shape;466;p25"/>
          <p:cNvGrpSpPr/>
          <p:nvPr/>
        </p:nvGrpSpPr>
        <p:grpSpPr>
          <a:xfrm>
            <a:off x="495300" y="1285875"/>
            <a:ext cx="2619300" cy="904800"/>
            <a:chOff x="0" y="0"/>
            <a:chExt cx="2619300" cy="904800"/>
          </a:xfrm>
        </p:grpSpPr>
        <p:sp>
          <p:nvSpPr>
            <p:cNvPr id="467" name="Google Shape;467;p25"/>
            <p:cNvSpPr/>
            <p:nvPr/>
          </p:nvSpPr>
          <p:spPr>
            <a:xfrm>
              <a:off x="0" y="0"/>
              <a:ext cx="2619300" cy="904800"/>
            </a:xfrm>
            <a:prstGeom prst="roundRect">
              <a:avLst>
                <a:gd fmla="val 63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25"/>
            <p:cNvSpPr/>
            <p:nvPr/>
          </p:nvSpPr>
          <p:spPr>
            <a:xfrm>
              <a:off x="0" y="0"/>
              <a:ext cx="38100" cy="9048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25"/>
            <p:cNvSpPr txBox="1"/>
            <p:nvPr/>
          </p:nvSpPr>
          <p:spPr>
            <a:xfrm>
              <a:off x="15240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headset_mic </a:t>
              </a:r>
              <a:r>
                <a:rPr b="1" lang="en" sz="1300">
                  <a:solidFill>
                    <a:srgbClr val="152534"/>
                  </a:solidFill>
                  <a:latin typeface="Barlow Condensed"/>
                  <a:ea typeface="Barlow Condensed"/>
                  <a:cs typeface="Barlow Condensed"/>
                  <a:sym typeface="Barlow Condensed"/>
                </a:rPr>
                <a:t>TECHNICAL ASSISTANCE</a:t>
              </a:r>
              <a:endParaRPr sz="1300">
                <a:solidFill>
                  <a:srgbClr val="145DA0"/>
                </a:solidFill>
                <a:latin typeface="Material Icons"/>
                <a:ea typeface="Material Icons"/>
                <a:cs typeface="Material Icons"/>
                <a:sym typeface="Material Icons"/>
              </a:endParaRPr>
            </a:p>
            <a:p>
              <a:pPr indent="0" lvl="0" marL="0" rtl="0" algn="l">
                <a:spcBef>
                  <a:spcPts val="225"/>
                </a:spcBef>
                <a:spcAft>
                  <a:spcPts val="0"/>
                </a:spcAft>
                <a:buNone/>
              </a:pPr>
              <a:r>
                <a:rPr b="0" lang="en" sz="950">
                  <a:solidFill>
                    <a:srgbClr val="687785"/>
                  </a:solidFill>
                  <a:latin typeface="Source Sans 3"/>
                  <a:ea typeface="Source Sans 3"/>
                  <a:cs typeface="Source Sans 3"/>
                  <a:sym typeface="Source Sans 3"/>
                </a:rPr>
                <a:t>Responsive expert help and remote diagnostic support for quick issue resolution.</a:t>
              </a:r>
              <a:endParaRPr b="0" sz="950">
                <a:solidFill>
                  <a:srgbClr val="687785"/>
                </a:solidFill>
                <a:latin typeface="Source Sans 3"/>
                <a:ea typeface="Source Sans 3"/>
                <a:cs typeface="Source Sans 3"/>
                <a:sym typeface="Source Sans 3"/>
              </a:endParaRPr>
            </a:p>
          </p:txBody>
        </p:sp>
      </p:grpSp>
      <p:grpSp>
        <p:nvGrpSpPr>
          <p:cNvPr id="470" name="Google Shape;470;p25"/>
          <p:cNvGrpSpPr/>
          <p:nvPr/>
        </p:nvGrpSpPr>
        <p:grpSpPr>
          <a:xfrm>
            <a:off x="495300" y="2333625"/>
            <a:ext cx="2619300" cy="904800"/>
            <a:chOff x="0" y="0"/>
            <a:chExt cx="2619300" cy="904800"/>
          </a:xfrm>
        </p:grpSpPr>
        <p:sp>
          <p:nvSpPr>
            <p:cNvPr id="471" name="Google Shape;471;p25"/>
            <p:cNvSpPr/>
            <p:nvPr/>
          </p:nvSpPr>
          <p:spPr>
            <a:xfrm>
              <a:off x="0" y="0"/>
              <a:ext cx="2619300" cy="904800"/>
            </a:xfrm>
            <a:prstGeom prst="roundRect">
              <a:avLst>
                <a:gd fmla="val 63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25"/>
            <p:cNvSpPr/>
            <p:nvPr/>
          </p:nvSpPr>
          <p:spPr>
            <a:xfrm>
              <a:off x="0" y="0"/>
              <a:ext cx="38100" cy="9048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5"/>
            <p:cNvSpPr txBox="1"/>
            <p:nvPr/>
          </p:nvSpPr>
          <p:spPr>
            <a:xfrm>
              <a:off x="15240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203">
                  <a:solidFill>
                    <a:srgbClr val="145DA0"/>
                  </a:solidFill>
                  <a:latin typeface="Material Icons"/>
                  <a:ea typeface="Material Icons"/>
                  <a:cs typeface="Material Icons"/>
                  <a:sym typeface="Material Icons"/>
                </a:rPr>
                <a:t>school </a:t>
              </a:r>
              <a:r>
                <a:rPr b="1" lang="en" sz="1203">
                  <a:solidFill>
                    <a:srgbClr val="152534"/>
                  </a:solidFill>
                  <a:latin typeface="Barlow Condensed"/>
                  <a:ea typeface="Barlow Condensed"/>
                  <a:cs typeface="Barlow Condensed"/>
                  <a:sym typeface="Barlow Condensed"/>
                </a:rPr>
                <a:t>TECHNICAL TRAINING</a:t>
              </a:r>
              <a:endParaRPr sz="1203">
                <a:solidFill>
                  <a:srgbClr val="145DA0"/>
                </a:solidFill>
                <a:latin typeface="Material Icons"/>
                <a:ea typeface="Material Icons"/>
                <a:cs typeface="Material Icons"/>
                <a:sym typeface="Material Icons"/>
              </a:endParaRPr>
            </a:p>
            <a:p>
              <a:pPr indent="0" lvl="0" marL="0" rtl="0" algn="l">
                <a:spcBef>
                  <a:spcPts val="225"/>
                </a:spcBef>
                <a:spcAft>
                  <a:spcPts val="0"/>
                </a:spcAft>
                <a:buNone/>
              </a:pPr>
              <a:r>
                <a:rPr b="0" lang="en" sz="879">
                  <a:solidFill>
                    <a:srgbClr val="687785"/>
                  </a:solidFill>
                  <a:latin typeface="Source Sans 3"/>
                  <a:ea typeface="Source Sans 3"/>
                  <a:cs typeface="Source Sans 3"/>
                  <a:sym typeface="Source Sans 3"/>
                </a:rPr>
                <a:t>Comprehensive engineer and operator training programs to maximize internal capability.</a:t>
              </a:r>
              <a:endParaRPr b="0" sz="879">
                <a:solidFill>
                  <a:srgbClr val="687785"/>
                </a:solidFill>
                <a:latin typeface="Source Sans 3"/>
                <a:ea typeface="Source Sans 3"/>
                <a:cs typeface="Source Sans 3"/>
                <a:sym typeface="Source Sans 3"/>
              </a:endParaRPr>
            </a:p>
          </p:txBody>
        </p:sp>
      </p:grpSp>
      <p:grpSp>
        <p:nvGrpSpPr>
          <p:cNvPr id="474" name="Google Shape;474;p25"/>
          <p:cNvGrpSpPr/>
          <p:nvPr/>
        </p:nvGrpSpPr>
        <p:grpSpPr>
          <a:xfrm>
            <a:off x="495300" y="3381375"/>
            <a:ext cx="2619300" cy="904800"/>
            <a:chOff x="0" y="0"/>
            <a:chExt cx="2619300" cy="904800"/>
          </a:xfrm>
        </p:grpSpPr>
        <p:sp>
          <p:nvSpPr>
            <p:cNvPr id="475" name="Google Shape;475;p25"/>
            <p:cNvSpPr/>
            <p:nvPr/>
          </p:nvSpPr>
          <p:spPr>
            <a:xfrm>
              <a:off x="0" y="0"/>
              <a:ext cx="2619300" cy="904800"/>
            </a:xfrm>
            <a:prstGeom prst="roundRect">
              <a:avLst>
                <a:gd fmla="val 63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5"/>
            <p:cNvSpPr/>
            <p:nvPr/>
          </p:nvSpPr>
          <p:spPr>
            <a:xfrm>
              <a:off x="0" y="0"/>
              <a:ext cx="38100" cy="9048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25"/>
            <p:cNvSpPr txBox="1"/>
            <p:nvPr/>
          </p:nvSpPr>
          <p:spPr>
            <a:xfrm>
              <a:off x="15240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published_with_changes </a:t>
              </a:r>
              <a:r>
                <a:rPr b="1" lang="en" sz="1300">
                  <a:solidFill>
                    <a:srgbClr val="152534"/>
                  </a:solidFill>
                  <a:latin typeface="Barlow Condensed"/>
                  <a:ea typeface="Barlow Condensed"/>
                  <a:cs typeface="Barlow Condensed"/>
                  <a:sym typeface="Barlow Condensed"/>
                </a:rPr>
                <a:t>ONGOING EQUIPMENT SUPPORT</a:t>
              </a:r>
              <a:endParaRPr sz="1300">
                <a:solidFill>
                  <a:srgbClr val="145DA0"/>
                </a:solidFill>
                <a:latin typeface="Material Icons"/>
                <a:ea typeface="Material Icons"/>
                <a:cs typeface="Material Icons"/>
                <a:sym typeface="Material Icons"/>
              </a:endParaRPr>
            </a:p>
            <a:p>
              <a:pPr indent="0" lvl="0" marL="0" rtl="0" algn="l">
                <a:spcBef>
                  <a:spcPts val="225"/>
                </a:spcBef>
                <a:spcAft>
                  <a:spcPts val="0"/>
                </a:spcAft>
                <a:buNone/>
              </a:pPr>
              <a:r>
                <a:rPr b="0" lang="en" sz="950">
                  <a:solidFill>
                    <a:srgbClr val="687785"/>
                  </a:solidFill>
                  <a:latin typeface="Source Sans 3"/>
                  <a:ea typeface="Source Sans 3"/>
                  <a:cs typeface="Source Sans 3"/>
                  <a:sym typeface="Source Sans 3"/>
                </a:rPr>
                <a:t>Sustained machine performance monitoring, upgrades, and operational optimization.</a:t>
              </a:r>
              <a:endParaRPr b="0" sz="950">
                <a:solidFill>
                  <a:srgbClr val="687785"/>
                </a:solidFill>
                <a:latin typeface="Source Sans 3"/>
                <a:ea typeface="Source Sans 3"/>
                <a:cs typeface="Source Sans 3"/>
                <a:sym typeface="Source Sans 3"/>
              </a:endParaRPr>
            </a:p>
          </p:txBody>
        </p:sp>
      </p:grpSp>
      <p:grpSp>
        <p:nvGrpSpPr>
          <p:cNvPr id="478" name="Google Shape;478;p25"/>
          <p:cNvGrpSpPr/>
          <p:nvPr/>
        </p:nvGrpSpPr>
        <p:grpSpPr>
          <a:xfrm>
            <a:off x="3305175" y="1285875"/>
            <a:ext cx="2533800" cy="2190900"/>
            <a:chOff x="0" y="0"/>
            <a:chExt cx="2533800" cy="2190900"/>
          </a:xfrm>
        </p:grpSpPr>
        <p:sp>
          <p:nvSpPr>
            <p:cNvPr id="479" name="Google Shape;479;p25"/>
            <p:cNvSpPr/>
            <p:nvPr/>
          </p:nvSpPr>
          <p:spPr>
            <a:xfrm>
              <a:off x="0" y="0"/>
              <a:ext cx="2533800" cy="2190900"/>
            </a:xfrm>
            <a:prstGeom prst="roundRect">
              <a:avLst>
                <a:gd fmla="val 3478" name="adj"/>
              </a:avLst>
            </a:prstGeom>
            <a:solidFill>
              <a:srgbClr val="152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p25"/>
            <p:cNvSpPr/>
            <p:nvPr/>
          </p:nvSpPr>
          <p:spPr>
            <a:xfrm>
              <a:off x="0" y="0"/>
              <a:ext cx="2533800" cy="38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25"/>
            <p:cNvSpPr txBox="1"/>
            <p:nvPr/>
          </p:nvSpPr>
          <p:spPr>
            <a:xfrm>
              <a:off x="190500" y="228600"/>
              <a:ext cx="2152800" cy="173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20C7D9"/>
                  </a:solidFill>
                  <a:latin typeface="Material Icons"/>
                  <a:ea typeface="Material Icons"/>
                  <a:cs typeface="Material Icons"/>
                  <a:sym typeface="Material Icons"/>
                </a:rPr>
                <a:t>autorenew</a:t>
              </a:r>
              <a:endParaRPr sz="2400">
                <a:solidFill>
                  <a:srgbClr val="20C7D9"/>
                </a:solidFill>
                <a:latin typeface="Material Icons"/>
                <a:ea typeface="Material Icons"/>
                <a:cs typeface="Material Icons"/>
                <a:sym typeface="Material Icons"/>
              </a:endParaRPr>
            </a:p>
            <a:p>
              <a:pPr indent="0" lvl="0" marL="0" rtl="0" algn="ctr">
                <a:spcBef>
                  <a:spcPts val="600"/>
                </a:spcBef>
                <a:spcAft>
                  <a:spcPts val="0"/>
                </a:spcAft>
                <a:buNone/>
              </a:pPr>
              <a:r>
                <a:rPr b="1" lang="en" sz="1600">
                  <a:solidFill>
                    <a:srgbClr val="FFFFFF"/>
                  </a:solidFill>
                  <a:latin typeface="Barlow Condensed"/>
                  <a:ea typeface="Barlow Condensed"/>
                  <a:cs typeface="Barlow Condensed"/>
                  <a:sym typeface="Barlow Condensed"/>
                </a:rPr>
                <a:t>CONTINUOUS SERVICE RELATIONSHIP</a:t>
              </a:r>
              <a:endParaRPr b="1" sz="16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950">
                  <a:solidFill>
                    <a:srgbClr val="B9C5CC"/>
                  </a:solidFill>
                  <a:latin typeface="Source Sans 3"/>
                  <a:ea typeface="Source Sans 3"/>
                  <a:cs typeface="Source Sans 3"/>
                  <a:sym typeface="Source Sans 3"/>
                </a:rPr>
                <a:t>A dedicated, end-to-end partnership delivering complete lifecycle care and reliable technical excellence.</a:t>
              </a:r>
              <a:endParaRPr b="0" sz="950">
                <a:solidFill>
                  <a:srgbClr val="B9C5CC"/>
                </a:solidFill>
                <a:latin typeface="Source Sans 3"/>
                <a:ea typeface="Source Sans 3"/>
                <a:cs typeface="Source Sans 3"/>
                <a:sym typeface="Source Sans 3"/>
              </a:endParaRPr>
            </a:p>
          </p:txBody>
        </p:sp>
      </p:grpSp>
      <p:grpSp>
        <p:nvGrpSpPr>
          <p:cNvPr id="482" name="Google Shape;482;p25"/>
          <p:cNvGrpSpPr/>
          <p:nvPr/>
        </p:nvGrpSpPr>
        <p:grpSpPr>
          <a:xfrm>
            <a:off x="3305175" y="3619500"/>
            <a:ext cx="2533800" cy="666900"/>
            <a:chOff x="0" y="0"/>
            <a:chExt cx="2533800" cy="666900"/>
          </a:xfrm>
        </p:grpSpPr>
        <p:sp>
          <p:nvSpPr>
            <p:cNvPr id="483" name="Google Shape;483;p25"/>
            <p:cNvSpPr/>
            <p:nvPr/>
          </p:nvSpPr>
          <p:spPr>
            <a:xfrm>
              <a:off x="0" y="0"/>
              <a:ext cx="2533800" cy="666900"/>
            </a:xfrm>
            <a:prstGeom prst="roundRect">
              <a:avLst>
                <a:gd fmla="val 8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5"/>
            <p:cNvSpPr/>
            <p:nvPr/>
          </p:nvSpPr>
          <p:spPr>
            <a:xfrm>
              <a:off x="0" y="0"/>
              <a:ext cx="38100" cy="6669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5"/>
            <p:cNvSpPr txBox="1"/>
            <p:nvPr/>
          </p:nvSpPr>
          <p:spPr>
            <a:xfrm>
              <a:off x="152400" y="95250"/>
              <a:ext cx="22479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203">
                  <a:solidFill>
                    <a:srgbClr val="145DA0"/>
                  </a:solidFill>
                  <a:latin typeface="Material Icons"/>
                  <a:ea typeface="Material Icons"/>
                  <a:cs typeface="Material Icons"/>
                  <a:sym typeface="Material Icons"/>
                </a:rPr>
                <a:t>verified </a:t>
              </a:r>
              <a:r>
                <a:rPr b="1" lang="en" sz="1203">
                  <a:solidFill>
                    <a:srgbClr val="152534"/>
                  </a:solidFill>
                  <a:latin typeface="Barlow Condensed"/>
                  <a:ea typeface="Barlow Condensed"/>
                  <a:cs typeface="Barlow Condensed"/>
                  <a:sym typeface="Barlow Condensed"/>
                </a:rPr>
                <a:t>WARRANTY / SERVICE SUPPORT</a:t>
              </a:r>
              <a:endParaRPr sz="1203">
                <a:solidFill>
                  <a:srgbClr val="145DA0"/>
                </a:solidFill>
                <a:latin typeface="Material Icons"/>
                <a:ea typeface="Material Icons"/>
                <a:cs typeface="Material Icons"/>
                <a:sym typeface="Material Icons"/>
              </a:endParaRPr>
            </a:p>
            <a:p>
              <a:pPr indent="0" lvl="0" marL="0" rtl="0" algn="l">
                <a:spcBef>
                  <a:spcPts val="150"/>
                </a:spcBef>
                <a:spcAft>
                  <a:spcPts val="0"/>
                </a:spcAft>
                <a:buNone/>
              </a:pPr>
              <a:r>
                <a:rPr b="0" lang="en" sz="833">
                  <a:solidFill>
                    <a:srgbClr val="687785"/>
                  </a:solidFill>
                  <a:latin typeface="Source Sans 3"/>
                  <a:ea typeface="Source Sans 3"/>
                  <a:cs typeface="Source Sans 3"/>
                  <a:sym typeface="Source Sans 3"/>
                </a:rPr>
                <a:t>Assured quality assurance and structured warranty coverage.</a:t>
              </a:r>
              <a:endParaRPr b="0" sz="833">
                <a:solidFill>
                  <a:srgbClr val="687785"/>
                </a:solidFill>
                <a:latin typeface="Source Sans 3"/>
                <a:ea typeface="Source Sans 3"/>
                <a:cs typeface="Source Sans 3"/>
                <a:sym typeface="Source Sans 3"/>
              </a:endParaRPr>
            </a:p>
          </p:txBody>
        </p:sp>
      </p:grpSp>
      <p:grpSp>
        <p:nvGrpSpPr>
          <p:cNvPr id="486" name="Google Shape;486;p25"/>
          <p:cNvGrpSpPr/>
          <p:nvPr/>
        </p:nvGrpSpPr>
        <p:grpSpPr>
          <a:xfrm>
            <a:off x="6029325" y="1285875"/>
            <a:ext cx="2619300" cy="904800"/>
            <a:chOff x="0" y="0"/>
            <a:chExt cx="2619300" cy="904800"/>
          </a:xfrm>
        </p:grpSpPr>
        <p:sp>
          <p:nvSpPr>
            <p:cNvPr id="487" name="Google Shape;487;p25"/>
            <p:cNvSpPr/>
            <p:nvPr/>
          </p:nvSpPr>
          <p:spPr>
            <a:xfrm>
              <a:off x="0" y="0"/>
              <a:ext cx="2619300" cy="904800"/>
            </a:xfrm>
            <a:prstGeom prst="roundRect">
              <a:avLst>
                <a:gd fmla="val 63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25"/>
            <p:cNvSpPr/>
            <p:nvPr/>
          </p:nvSpPr>
          <p:spPr>
            <a:xfrm>
              <a:off x="0" y="0"/>
              <a:ext cx="38100" cy="9048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5"/>
            <p:cNvSpPr txBox="1"/>
            <p:nvPr/>
          </p:nvSpPr>
          <p:spPr>
            <a:xfrm>
              <a:off x="15240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extension </a:t>
              </a:r>
              <a:r>
                <a:rPr b="1" lang="en" sz="1300">
                  <a:solidFill>
                    <a:srgbClr val="152534"/>
                  </a:solidFill>
                  <a:latin typeface="Barlow Condensed"/>
                  <a:ea typeface="Barlow Condensed"/>
                  <a:cs typeface="Barlow Condensed"/>
                  <a:sym typeface="Barlow Condensed"/>
                </a:rPr>
                <a:t>SPARE PARTS INSTALLATION</a:t>
              </a:r>
              <a:endParaRPr sz="1300">
                <a:solidFill>
                  <a:srgbClr val="145DA0"/>
                </a:solidFill>
                <a:latin typeface="Material Icons"/>
                <a:ea typeface="Material Icons"/>
                <a:cs typeface="Material Icons"/>
                <a:sym typeface="Material Icons"/>
              </a:endParaRPr>
            </a:p>
            <a:p>
              <a:pPr indent="0" lvl="0" marL="0" rtl="0" algn="l">
                <a:spcBef>
                  <a:spcPts val="225"/>
                </a:spcBef>
                <a:spcAft>
                  <a:spcPts val="0"/>
                </a:spcAft>
                <a:buNone/>
              </a:pPr>
              <a:r>
                <a:rPr b="0" lang="en" sz="950">
                  <a:solidFill>
                    <a:srgbClr val="687785"/>
                  </a:solidFill>
                  <a:latin typeface="Source Sans 3"/>
                  <a:ea typeface="Source Sans 3"/>
                  <a:cs typeface="Source Sans 3"/>
                  <a:sym typeface="Source Sans 3"/>
                </a:rPr>
                <a:t>Original component supply, precise fitment, and verified system calibration.</a:t>
              </a:r>
              <a:endParaRPr b="0" sz="950">
                <a:solidFill>
                  <a:srgbClr val="687785"/>
                </a:solidFill>
                <a:latin typeface="Source Sans 3"/>
                <a:ea typeface="Source Sans 3"/>
                <a:cs typeface="Source Sans 3"/>
                <a:sym typeface="Source Sans 3"/>
              </a:endParaRPr>
            </a:p>
          </p:txBody>
        </p:sp>
      </p:grpSp>
      <p:grpSp>
        <p:nvGrpSpPr>
          <p:cNvPr id="490" name="Google Shape;490;p25"/>
          <p:cNvGrpSpPr/>
          <p:nvPr/>
        </p:nvGrpSpPr>
        <p:grpSpPr>
          <a:xfrm>
            <a:off x="6029325" y="2333625"/>
            <a:ext cx="2619300" cy="904800"/>
            <a:chOff x="0" y="0"/>
            <a:chExt cx="2619300" cy="904800"/>
          </a:xfrm>
        </p:grpSpPr>
        <p:sp>
          <p:nvSpPr>
            <p:cNvPr id="491" name="Google Shape;491;p25"/>
            <p:cNvSpPr/>
            <p:nvPr/>
          </p:nvSpPr>
          <p:spPr>
            <a:xfrm>
              <a:off x="0" y="0"/>
              <a:ext cx="2619300" cy="904800"/>
            </a:xfrm>
            <a:prstGeom prst="roundRect">
              <a:avLst>
                <a:gd fmla="val 63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25"/>
            <p:cNvSpPr/>
            <p:nvPr/>
          </p:nvSpPr>
          <p:spPr>
            <a:xfrm>
              <a:off x="0" y="0"/>
              <a:ext cx="38100" cy="9048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5"/>
            <p:cNvSpPr txBox="1"/>
            <p:nvPr/>
          </p:nvSpPr>
          <p:spPr>
            <a:xfrm>
              <a:off x="15240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build </a:t>
              </a:r>
              <a:r>
                <a:rPr b="1" lang="en" sz="1300">
                  <a:solidFill>
                    <a:srgbClr val="152534"/>
                  </a:solidFill>
                  <a:latin typeface="Barlow Condensed"/>
                  <a:ea typeface="Barlow Condensed"/>
                  <a:cs typeface="Barlow Condensed"/>
                  <a:sym typeface="Barlow Condensed"/>
                </a:rPr>
                <a:t>MAINTENANCE SUPPORT</a:t>
              </a:r>
              <a:endParaRPr sz="1300">
                <a:solidFill>
                  <a:srgbClr val="145DA0"/>
                </a:solidFill>
                <a:latin typeface="Material Icons"/>
                <a:ea typeface="Material Icons"/>
                <a:cs typeface="Material Icons"/>
                <a:sym typeface="Material Icons"/>
              </a:endParaRPr>
            </a:p>
            <a:p>
              <a:pPr indent="0" lvl="0" marL="0" rtl="0" algn="l">
                <a:spcBef>
                  <a:spcPts val="225"/>
                </a:spcBef>
                <a:spcAft>
                  <a:spcPts val="0"/>
                </a:spcAft>
                <a:buNone/>
              </a:pPr>
              <a:r>
                <a:rPr b="0" lang="en" sz="950">
                  <a:solidFill>
                    <a:srgbClr val="687785"/>
                  </a:solidFill>
                  <a:latin typeface="Source Sans 3"/>
                  <a:ea typeface="Source Sans 3"/>
                  <a:cs typeface="Source Sans 3"/>
                  <a:sym typeface="Source Sans 3"/>
                </a:rPr>
                <a:t>Proactive health checks and scheduled preventive maintenance routines.</a:t>
              </a:r>
              <a:endParaRPr b="0" sz="950">
                <a:solidFill>
                  <a:srgbClr val="687785"/>
                </a:solidFill>
                <a:latin typeface="Source Sans 3"/>
                <a:ea typeface="Source Sans 3"/>
                <a:cs typeface="Source Sans 3"/>
                <a:sym typeface="Source Sans 3"/>
              </a:endParaRPr>
            </a:p>
          </p:txBody>
        </p:sp>
      </p:grpSp>
      <p:grpSp>
        <p:nvGrpSpPr>
          <p:cNvPr id="494" name="Google Shape;494;p25"/>
          <p:cNvGrpSpPr/>
          <p:nvPr/>
        </p:nvGrpSpPr>
        <p:grpSpPr>
          <a:xfrm>
            <a:off x="6029325" y="3381375"/>
            <a:ext cx="2619300" cy="904800"/>
            <a:chOff x="0" y="0"/>
            <a:chExt cx="2619300" cy="904800"/>
          </a:xfrm>
        </p:grpSpPr>
        <p:sp>
          <p:nvSpPr>
            <p:cNvPr id="495" name="Google Shape;495;p25"/>
            <p:cNvSpPr/>
            <p:nvPr/>
          </p:nvSpPr>
          <p:spPr>
            <a:xfrm>
              <a:off x="0" y="0"/>
              <a:ext cx="2619300" cy="904800"/>
            </a:xfrm>
            <a:prstGeom prst="roundRect">
              <a:avLst>
                <a:gd fmla="val 63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5"/>
            <p:cNvSpPr/>
            <p:nvPr/>
          </p:nvSpPr>
          <p:spPr>
            <a:xfrm>
              <a:off x="0" y="0"/>
              <a:ext cx="38100" cy="9048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25"/>
            <p:cNvSpPr txBox="1"/>
            <p:nvPr/>
          </p:nvSpPr>
          <p:spPr>
            <a:xfrm>
              <a:off x="152400" y="114300"/>
              <a:ext cx="2333700" cy="676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300">
                  <a:solidFill>
                    <a:srgbClr val="145DA0"/>
                  </a:solidFill>
                  <a:latin typeface="Material Icons"/>
                  <a:ea typeface="Material Icons"/>
                  <a:cs typeface="Material Icons"/>
                  <a:sym typeface="Material Icons"/>
                </a:rPr>
                <a:t>home_repair_service </a:t>
              </a:r>
              <a:r>
                <a:rPr b="1" lang="en" sz="1300">
                  <a:solidFill>
                    <a:srgbClr val="152534"/>
                  </a:solidFill>
                  <a:latin typeface="Barlow Condensed"/>
                  <a:ea typeface="Barlow Condensed"/>
                  <a:cs typeface="Barlow Condensed"/>
                  <a:sym typeface="Barlow Condensed"/>
                </a:rPr>
                <a:t>REPAIR SUPPORT</a:t>
              </a:r>
              <a:endParaRPr sz="1300">
                <a:solidFill>
                  <a:srgbClr val="145DA0"/>
                </a:solidFill>
                <a:latin typeface="Material Icons"/>
                <a:ea typeface="Material Icons"/>
                <a:cs typeface="Material Icons"/>
                <a:sym typeface="Material Icons"/>
              </a:endParaRPr>
            </a:p>
            <a:p>
              <a:pPr indent="0" lvl="0" marL="0" rtl="0" algn="l">
                <a:spcBef>
                  <a:spcPts val="225"/>
                </a:spcBef>
                <a:spcAft>
                  <a:spcPts val="0"/>
                </a:spcAft>
                <a:buNone/>
              </a:pPr>
              <a:r>
                <a:rPr b="0" lang="en" sz="950">
                  <a:solidFill>
                    <a:srgbClr val="687785"/>
                  </a:solidFill>
                  <a:latin typeface="Source Sans 3"/>
                  <a:ea typeface="Source Sans 3"/>
                  <a:cs typeface="Source Sans 3"/>
                  <a:sym typeface="Source Sans 3"/>
                </a:rPr>
                <a:t>Precision component-level diagnosis, board repair, and rapid turnaround.</a:t>
              </a:r>
              <a:endParaRPr b="0" sz="950">
                <a:solidFill>
                  <a:srgbClr val="687785"/>
                </a:solidFill>
                <a:latin typeface="Source Sans 3"/>
                <a:ea typeface="Source Sans 3"/>
                <a:cs typeface="Source Sans 3"/>
                <a:sym typeface="Source Sans 3"/>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501" name="Shape 501"/>
        <p:cNvGrpSpPr/>
        <p:nvPr/>
      </p:nvGrpSpPr>
      <p:grpSpPr>
        <a:xfrm>
          <a:off x="0" y="0"/>
          <a:ext cx="0" cy="0"/>
          <a:chOff x="0" y="0"/>
          <a:chExt cx="0" cy="0"/>
        </a:xfrm>
      </p:grpSpPr>
      <p:grpSp>
        <p:nvGrpSpPr>
          <p:cNvPr id="502" name="Google Shape;502;p26"/>
          <p:cNvGrpSpPr/>
          <p:nvPr/>
        </p:nvGrpSpPr>
        <p:grpSpPr>
          <a:xfrm>
            <a:off x="495300" y="289322"/>
            <a:ext cx="6286500" cy="600581"/>
            <a:chOff x="0" y="9525"/>
            <a:chExt cx="16764000" cy="1601550"/>
          </a:xfrm>
        </p:grpSpPr>
        <p:sp>
          <p:nvSpPr>
            <p:cNvPr id="503" name="Google Shape;503;p26"/>
            <p:cNvSpPr txBox="1"/>
            <p:nvPr/>
          </p:nvSpPr>
          <p:spPr>
            <a:xfrm>
              <a:off x="0" y="9525"/>
              <a:ext cx="38100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700" u="none" cap="none" strike="noStrike">
                  <a:solidFill>
                    <a:srgbClr val="145DA0"/>
                  </a:solidFill>
                  <a:latin typeface="Source Sans 3"/>
                  <a:ea typeface="Source Sans 3"/>
                  <a:cs typeface="Source Sans 3"/>
                  <a:sym typeface="Source Sans 3"/>
                </a:rPr>
                <a:t>CLM  /  14</a:t>
              </a:r>
              <a:endParaRPr sz="700"/>
            </a:p>
          </p:txBody>
        </p:sp>
        <p:sp>
          <p:nvSpPr>
            <p:cNvPr id="504" name="Google Shape;504;p26"/>
            <p:cNvSpPr txBox="1"/>
            <p:nvPr/>
          </p:nvSpPr>
          <p:spPr>
            <a:xfrm>
              <a:off x="0" y="714375"/>
              <a:ext cx="16764000" cy="896700"/>
            </a:xfrm>
            <a:prstGeom prst="rect">
              <a:avLst/>
            </a:prstGeom>
            <a:noFill/>
            <a:ln>
              <a:noFill/>
            </a:ln>
          </p:spPr>
          <p:txBody>
            <a:bodyPr anchorCtr="0" anchor="t" bIns="0" lIns="0" spcFirstLastPara="1" rIns="0" wrap="square" tIns="0">
              <a:spAutoFit/>
            </a:bodyPr>
            <a:lstStyle/>
            <a:p>
              <a:pPr indent="0" lvl="0" marL="0" marR="0" rtl="0" algn="l">
                <a:lnSpc>
                  <a:spcPct val="94989"/>
                </a:lnSpc>
                <a:spcBef>
                  <a:spcPts val="0"/>
                </a:spcBef>
                <a:spcAft>
                  <a:spcPts val="0"/>
                </a:spcAft>
                <a:buNone/>
              </a:pPr>
              <a:r>
                <a:rPr b="1" i="0" lang="en" sz="2300" u="none" cap="none" strike="noStrike">
                  <a:solidFill>
                    <a:srgbClr val="152534"/>
                  </a:solidFill>
                  <a:latin typeface="Barlow Condensed"/>
                  <a:ea typeface="Barlow Condensed"/>
                  <a:cs typeface="Barlow Condensed"/>
                  <a:sym typeface="Barlow Condensed"/>
                </a:rPr>
                <a:t>Broader Equipment Support</a:t>
              </a:r>
              <a:endParaRPr sz="700"/>
            </a:p>
          </p:txBody>
        </p:sp>
      </p:grpSp>
      <p:grpSp>
        <p:nvGrpSpPr>
          <p:cNvPr id="505" name="Google Shape;505;p26"/>
          <p:cNvGrpSpPr/>
          <p:nvPr/>
        </p:nvGrpSpPr>
        <p:grpSpPr>
          <a:xfrm>
            <a:off x="7429500" y="357188"/>
            <a:ext cx="1219200" cy="33338"/>
            <a:chOff x="0" y="-38100"/>
            <a:chExt cx="3251200" cy="88900"/>
          </a:xfrm>
        </p:grpSpPr>
        <p:sp>
          <p:nvSpPr>
            <p:cNvPr id="506" name="Google Shape;506;p26"/>
            <p:cNvSpPr/>
            <p:nvPr/>
          </p:nvSpPr>
          <p:spPr>
            <a:xfrm>
              <a:off x="0" y="0"/>
              <a:ext cx="3251200" cy="50800"/>
            </a:xfrm>
            <a:custGeom>
              <a:rect b="b" l="l" r="r" t="t"/>
              <a:pathLst>
                <a:path extrusionOk="0" h="50800" w="3251200">
                  <a:moveTo>
                    <a:pt x="0" y="0"/>
                  </a:moveTo>
                  <a:lnTo>
                    <a:pt x="3251200" y="0"/>
                  </a:lnTo>
                  <a:lnTo>
                    <a:pt x="3251200" y="50800"/>
                  </a:lnTo>
                  <a:lnTo>
                    <a:pt x="0" y="50800"/>
                  </a:lnTo>
                  <a:close/>
                </a:path>
              </a:pathLst>
            </a:custGeom>
            <a:solidFill>
              <a:srgbClr val="145DA0"/>
            </a:solidFill>
            <a:ln>
              <a:noFill/>
            </a:ln>
          </p:spPr>
        </p:sp>
        <p:sp>
          <p:nvSpPr>
            <p:cNvPr id="507" name="Google Shape;507;p26"/>
            <p:cNvSpPr txBox="1"/>
            <p:nvPr/>
          </p:nvSpPr>
          <p:spPr>
            <a:xfrm>
              <a:off x="0" y="-38100"/>
              <a:ext cx="3251100" cy="88800"/>
            </a:xfrm>
            <a:prstGeom prst="rect">
              <a:avLst/>
            </a:prstGeom>
            <a:noFill/>
            <a:ln>
              <a:noFill/>
            </a:ln>
          </p:spPr>
          <p:txBody>
            <a:bodyPr anchorCtr="0" anchor="ctr" bIns="25400" lIns="25400" spcFirstLastPara="1" rIns="25400" wrap="square" tIns="25400">
              <a:noAutofit/>
            </a:bodyPr>
            <a:lstStyle/>
            <a:p>
              <a:pPr indent="0" lvl="0" marL="0" marR="0" rtl="0" algn="l">
                <a:lnSpc>
                  <a:spcPct val="93277"/>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08" name="Google Shape;508;p26"/>
          <p:cNvSpPr txBox="1"/>
          <p:nvPr/>
        </p:nvSpPr>
        <p:spPr>
          <a:xfrm>
            <a:off x="4343400" y="1190625"/>
            <a:ext cx="43053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20C7D9"/>
                </a:solidFill>
                <a:latin typeface="Source Sans 3"/>
                <a:ea typeface="Source Sans 3"/>
                <a:cs typeface="Source Sans 3"/>
                <a:sym typeface="Source Sans 3"/>
              </a:rPr>
              <a:t>FLEXIBLE BY CAPABILITY</a:t>
            </a:r>
            <a:endParaRPr b="1" sz="850">
              <a:solidFill>
                <a:srgbClr val="20C7D9"/>
              </a:solidFill>
              <a:latin typeface="Source Sans 3"/>
              <a:ea typeface="Source Sans 3"/>
              <a:cs typeface="Source Sans 3"/>
              <a:sym typeface="Source Sans 3"/>
            </a:endParaRPr>
          </a:p>
        </p:txBody>
      </p:sp>
      <p:grpSp>
        <p:nvGrpSpPr>
          <p:cNvPr id="509" name="Google Shape;509;p26"/>
          <p:cNvGrpSpPr/>
          <p:nvPr/>
        </p:nvGrpSpPr>
        <p:grpSpPr>
          <a:xfrm>
            <a:off x="4343400" y="1428750"/>
            <a:ext cx="4305300" cy="762000"/>
            <a:chOff x="0" y="0"/>
            <a:chExt cx="4305300" cy="762000"/>
          </a:xfrm>
        </p:grpSpPr>
        <p:sp>
          <p:nvSpPr>
            <p:cNvPr id="510" name="Google Shape;510;p26"/>
            <p:cNvSpPr/>
            <p:nvPr/>
          </p:nvSpPr>
          <p:spPr>
            <a:xfrm>
              <a:off x="0" y="0"/>
              <a:ext cx="4305300" cy="762000"/>
            </a:xfrm>
            <a:prstGeom prst="roundRect">
              <a:avLst>
                <a:gd fmla="val 7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26"/>
            <p:cNvSpPr/>
            <p:nvPr/>
          </p:nvSpPr>
          <p:spPr>
            <a:xfrm>
              <a:off x="0" y="0"/>
              <a:ext cx="38100" cy="7620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26"/>
            <p:cNvSpPr txBox="1"/>
            <p:nvPr/>
          </p:nvSpPr>
          <p:spPr>
            <a:xfrm>
              <a:off x="171450" y="95250"/>
              <a:ext cx="400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50">
                  <a:solidFill>
                    <a:srgbClr val="152534"/>
                  </a:solidFill>
                  <a:latin typeface="Source Sans 3"/>
                  <a:ea typeface="Source Sans 3"/>
                  <a:cs typeface="Source Sans 3"/>
                  <a:sym typeface="Source Sans 3"/>
                </a:rPr>
                <a:t>“CLM also provides services for other brands based on available technical capabilities, resources, equipment requirements, and customer needs.”</a:t>
              </a:r>
              <a:endParaRPr b="0" sz="1250">
                <a:solidFill>
                  <a:srgbClr val="152534"/>
                </a:solidFill>
                <a:latin typeface="Source Sans 3"/>
                <a:ea typeface="Source Sans 3"/>
                <a:cs typeface="Source Sans 3"/>
                <a:sym typeface="Source Sans 3"/>
              </a:endParaRPr>
            </a:p>
          </p:txBody>
        </p:sp>
      </p:grpSp>
      <p:grpSp>
        <p:nvGrpSpPr>
          <p:cNvPr id="513" name="Google Shape;513;p26"/>
          <p:cNvGrpSpPr/>
          <p:nvPr/>
        </p:nvGrpSpPr>
        <p:grpSpPr>
          <a:xfrm>
            <a:off x="4343400" y="2333625"/>
            <a:ext cx="2076600" cy="647700"/>
            <a:chOff x="0" y="0"/>
            <a:chExt cx="2076600" cy="647700"/>
          </a:xfrm>
        </p:grpSpPr>
        <p:sp>
          <p:nvSpPr>
            <p:cNvPr id="514" name="Google Shape;514;p26"/>
            <p:cNvSpPr/>
            <p:nvPr/>
          </p:nvSpPr>
          <p:spPr>
            <a:xfrm>
              <a:off x="0" y="0"/>
              <a:ext cx="2076600" cy="647700"/>
            </a:xfrm>
            <a:prstGeom prst="roundRect">
              <a:avLst>
                <a:gd fmla="val 88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26"/>
            <p:cNvSpPr/>
            <p:nvPr/>
          </p:nvSpPr>
          <p:spPr>
            <a:xfrm>
              <a:off x="0" y="0"/>
              <a:ext cx="38100" cy="6477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26"/>
            <p:cNvSpPr txBox="1"/>
            <p:nvPr/>
          </p:nvSpPr>
          <p:spPr>
            <a:xfrm>
              <a:off x="133350" y="76200"/>
              <a:ext cx="18096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10">
                  <a:solidFill>
                    <a:srgbClr val="145DA0"/>
                  </a:solidFill>
                  <a:latin typeface="Material Icons"/>
                  <a:ea typeface="Material Icons"/>
                  <a:cs typeface="Material Icons"/>
                  <a:sym typeface="Material Icons"/>
                </a:rPr>
                <a:t>psychology </a:t>
              </a:r>
              <a:r>
                <a:rPr b="1" lang="en" sz="1018">
                  <a:solidFill>
                    <a:srgbClr val="152534"/>
                  </a:solidFill>
                  <a:latin typeface="Barlow Condensed"/>
                  <a:ea typeface="Barlow Condensed"/>
                  <a:cs typeface="Barlow Condensed"/>
                  <a:sym typeface="Barlow Condensed"/>
                </a:rPr>
                <a:t>TECHNICAL CAPABILITIES</a:t>
              </a:r>
              <a:endParaRPr sz="111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lang="en" sz="786">
                  <a:solidFill>
                    <a:srgbClr val="687785"/>
                  </a:solidFill>
                  <a:latin typeface="Source Sans 3"/>
                  <a:ea typeface="Source Sans 3"/>
                  <a:cs typeface="Source Sans 3"/>
                  <a:sym typeface="Source Sans 3"/>
                </a:rPr>
                <a:t>Assessed against engineering scope &amp; toolsets.</a:t>
              </a:r>
              <a:endParaRPr sz="786">
                <a:solidFill>
                  <a:srgbClr val="687785"/>
                </a:solidFill>
                <a:latin typeface="Source Sans 3"/>
                <a:ea typeface="Source Sans 3"/>
                <a:cs typeface="Source Sans 3"/>
                <a:sym typeface="Source Sans 3"/>
              </a:endParaRPr>
            </a:p>
          </p:txBody>
        </p:sp>
      </p:grpSp>
      <p:grpSp>
        <p:nvGrpSpPr>
          <p:cNvPr id="517" name="Google Shape;517;p26"/>
          <p:cNvGrpSpPr/>
          <p:nvPr/>
        </p:nvGrpSpPr>
        <p:grpSpPr>
          <a:xfrm>
            <a:off x="6572250" y="2333625"/>
            <a:ext cx="2076600" cy="647700"/>
            <a:chOff x="0" y="0"/>
            <a:chExt cx="2076600" cy="647700"/>
          </a:xfrm>
        </p:grpSpPr>
        <p:sp>
          <p:nvSpPr>
            <p:cNvPr id="518" name="Google Shape;518;p26"/>
            <p:cNvSpPr/>
            <p:nvPr/>
          </p:nvSpPr>
          <p:spPr>
            <a:xfrm>
              <a:off x="0" y="0"/>
              <a:ext cx="2076600" cy="647700"/>
            </a:xfrm>
            <a:prstGeom prst="roundRect">
              <a:avLst>
                <a:gd fmla="val 88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26"/>
            <p:cNvSpPr/>
            <p:nvPr/>
          </p:nvSpPr>
          <p:spPr>
            <a:xfrm>
              <a:off x="0" y="0"/>
              <a:ext cx="38100" cy="6477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26"/>
            <p:cNvSpPr txBox="1"/>
            <p:nvPr/>
          </p:nvSpPr>
          <p:spPr>
            <a:xfrm>
              <a:off x="133350" y="76200"/>
              <a:ext cx="18096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10">
                  <a:solidFill>
                    <a:srgbClr val="145DA0"/>
                  </a:solidFill>
                  <a:latin typeface="Material Icons"/>
                  <a:ea typeface="Material Icons"/>
                  <a:cs typeface="Material Icons"/>
                  <a:sym typeface="Material Icons"/>
                </a:rPr>
                <a:t>inventory_2 </a:t>
              </a:r>
              <a:r>
                <a:rPr b="1" lang="en" sz="1018">
                  <a:solidFill>
                    <a:srgbClr val="152534"/>
                  </a:solidFill>
                  <a:latin typeface="Barlow Condensed"/>
                  <a:ea typeface="Barlow Condensed"/>
                  <a:cs typeface="Barlow Condensed"/>
                  <a:sym typeface="Barlow Condensed"/>
                </a:rPr>
                <a:t>AVAILABLE RESOURCES</a:t>
              </a:r>
              <a:endParaRPr sz="111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lang="en" sz="786">
                  <a:solidFill>
                    <a:srgbClr val="687785"/>
                  </a:solidFill>
                  <a:latin typeface="Source Sans 3"/>
                  <a:ea typeface="Source Sans 3"/>
                  <a:cs typeface="Source Sans 3"/>
                  <a:sym typeface="Source Sans 3"/>
                </a:rPr>
                <a:t>Allocated expertise and support capacity.</a:t>
              </a:r>
              <a:endParaRPr sz="786">
                <a:solidFill>
                  <a:srgbClr val="687785"/>
                </a:solidFill>
                <a:latin typeface="Source Sans 3"/>
                <a:ea typeface="Source Sans 3"/>
                <a:cs typeface="Source Sans 3"/>
                <a:sym typeface="Source Sans 3"/>
              </a:endParaRPr>
            </a:p>
          </p:txBody>
        </p:sp>
      </p:grpSp>
      <p:grpSp>
        <p:nvGrpSpPr>
          <p:cNvPr id="521" name="Google Shape;521;p26"/>
          <p:cNvGrpSpPr/>
          <p:nvPr/>
        </p:nvGrpSpPr>
        <p:grpSpPr>
          <a:xfrm>
            <a:off x="4343400" y="3067050"/>
            <a:ext cx="2076600" cy="647700"/>
            <a:chOff x="0" y="0"/>
            <a:chExt cx="2076600" cy="647700"/>
          </a:xfrm>
        </p:grpSpPr>
        <p:sp>
          <p:nvSpPr>
            <p:cNvPr id="522" name="Google Shape;522;p26"/>
            <p:cNvSpPr/>
            <p:nvPr/>
          </p:nvSpPr>
          <p:spPr>
            <a:xfrm>
              <a:off x="0" y="0"/>
              <a:ext cx="2076600" cy="647700"/>
            </a:xfrm>
            <a:prstGeom prst="roundRect">
              <a:avLst>
                <a:gd fmla="val 88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26"/>
            <p:cNvSpPr/>
            <p:nvPr/>
          </p:nvSpPr>
          <p:spPr>
            <a:xfrm>
              <a:off x="0" y="0"/>
              <a:ext cx="38100" cy="6477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26"/>
            <p:cNvSpPr txBox="1"/>
            <p:nvPr/>
          </p:nvSpPr>
          <p:spPr>
            <a:xfrm>
              <a:off x="133350" y="76200"/>
              <a:ext cx="18096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200">
                  <a:solidFill>
                    <a:srgbClr val="145DA0"/>
                  </a:solidFill>
                  <a:latin typeface="Material Icons"/>
                  <a:ea typeface="Material Icons"/>
                  <a:cs typeface="Material Icons"/>
                  <a:sym typeface="Material Icons"/>
                </a:rPr>
                <a:t>tune </a:t>
              </a:r>
              <a:r>
                <a:rPr b="1" lang="en" sz="1100">
                  <a:solidFill>
                    <a:srgbClr val="152534"/>
                  </a:solidFill>
                  <a:latin typeface="Barlow Condensed"/>
                  <a:ea typeface="Barlow Condensed"/>
                  <a:cs typeface="Barlow Condensed"/>
                  <a:sym typeface="Barlow Condensed"/>
                </a:rPr>
                <a:t>EQUIPMENT REQUIREMENTS</a:t>
              </a:r>
              <a:endParaRPr sz="120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lang="en" sz="850">
                  <a:solidFill>
                    <a:srgbClr val="687785"/>
                  </a:solidFill>
                  <a:latin typeface="Source Sans 3"/>
                  <a:ea typeface="Source Sans 3"/>
                  <a:cs typeface="Source Sans 3"/>
                  <a:sym typeface="Source Sans 3"/>
                </a:rPr>
                <a:t>Tailored machine &amp; process alignment.</a:t>
              </a:r>
              <a:endParaRPr sz="850">
                <a:solidFill>
                  <a:srgbClr val="687785"/>
                </a:solidFill>
                <a:latin typeface="Source Sans 3"/>
                <a:ea typeface="Source Sans 3"/>
                <a:cs typeface="Source Sans 3"/>
                <a:sym typeface="Source Sans 3"/>
              </a:endParaRPr>
            </a:p>
          </p:txBody>
        </p:sp>
      </p:grpSp>
      <p:grpSp>
        <p:nvGrpSpPr>
          <p:cNvPr id="525" name="Google Shape;525;p26"/>
          <p:cNvGrpSpPr/>
          <p:nvPr/>
        </p:nvGrpSpPr>
        <p:grpSpPr>
          <a:xfrm>
            <a:off x="6572250" y="3067050"/>
            <a:ext cx="2076600" cy="647700"/>
            <a:chOff x="0" y="0"/>
            <a:chExt cx="2076600" cy="647700"/>
          </a:xfrm>
        </p:grpSpPr>
        <p:sp>
          <p:nvSpPr>
            <p:cNvPr id="526" name="Google Shape;526;p26"/>
            <p:cNvSpPr/>
            <p:nvPr/>
          </p:nvSpPr>
          <p:spPr>
            <a:xfrm>
              <a:off x="0" y="0"/>
              <a:ext cx="2076600" cy="647700"/>
            </a:xfrm>
            <a:prstGeom prst="roundRect">
              <a:avLst>
                <a:gd fmla="val 88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26"/>
            <p:cNvSpPr/>
            <p:nvPr/>
          </p:nvSpPr>
          <p:spPr>
            <a:xfrm>
              <a:off x="0" y="0"/>
              <a:ext cx="38100" cy="6477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26"/>
            <p:cNvSpPr txBox="1"/>
            <p:nvPr/>
          </p:nvSpPr>
          <p:spPr>
            <a:xfrm>
              <a:off x="133350" y="76200"/>
              <a:ext cx="1809600" cy="4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145DA0"/>
                  </a:solidFill>
                  <a:latin typeface="Material Icons"/>
                  <a:ea typeface="Material Icons"/>
                  <a:cs typeface="Material Icons"/>
                  <a:sym typeface="Material Icons"/>
                </a:rPr>
                <a:t>handshake </a:t>
              </a:r>
              <a:r>
                <a:rPr b="1" lang="en" sz="1100">
                  <a:solidFill>
                    <a:srgbClr val="152534"/>
                  </a:solidFill>
                  <a:latin typeface="Barlow Condensed"/>
                  <a:ea typeface="Barlow Condensed"/>
                  <a:cs typeface="Barlow Condensed"/>
                  <a:sym typeface="Barlow Condensed"/>
                </a:rPr>
                <a:t>CUSTOMER NEEDS</a:t>
              </a:r>
              <a:endParaRPr sz="1200">
                <a:solidFill>
                  <a:srgbClr val="145DA0"/>
                </a:solidFill>
                <a:latin typeface="Material Icons"/>
                <a:ea typeface="Material Icons"/>
                <a:cs typeface="Material Icons"/>
                <a:sym typeface="Material Icons"/>
              </a:endParaRPr>
            </a:p>
            <a:p>
              <a:pPr indent="0" lvl="0" marL="0" rtl="0" algn="l">
                <a:spcBef>
                  <a:spcPts val="200"/>
                </a:spcBef>
                <a:spcAft>
                  <a:spcPts val="0"/>
                </a:spcAft>
                <a:buNone/>
              </a:pPr>
              <a:r>
                <a:rPr lang="en" sz="850">
                  <a:solidFill>
                    <a:srgbClr val="687785"/>
                  </a:solidFill>
                  <a:latin typeface="Source Sans 3"/>
                  <a:ea typeface="Source Sans 3"/>
                  <a:cs typeface="Source Sans 3"/>
                  <a:sym typeface="Source Sans 3"/>
                </a:rPr>
                <a:t>Customized engagement &amp; SLAs.</a:t>
              </a:r>
              <a:endParaRPr sz="850">
                <a:solidFill>
                  <a:srgbClr val="687785"/>
                </a:solidFill>
                <a:latin typeface="Source Sans 3"/>
                <a:ea typeface="Source Sans 3"/>
                <a:cs typeface="Source Sans 3"/>
                <a:sym typeface="Source Sans 3"/>
              </a:endParaRPr>
            </a:p>
          </p:txBody>
        </p:sp>
      </p:grpSp>
      <p:grpSp>
        <p:nvGrpSpPr>
          <p:cNvPr id="529" name="Google Shape;529;p26"/>
          <p:cNvGrpSpPr/>
          <p:nvPr/>
        </p:nvGrpSpPr>
        <p:grpSpPr>
          <a:xfrm>
            <a:off x="495300" y="3905250"/>
            <a:ext cx="8153400" cy="400200"/>
            <a:chOff x="0" y="0"/>
            <a:chExt cx="8153400" cy="400200"/>
          </a:xfrm>
        </p:grpSpPr>
        <p:sp>
          <p:nvSpPr>
            <p:cNvPr id="530" name="Google Shape;530;p26"/>
            <p:cNvSpPr/>
            <p:nvPr/>
          </p:nvSpPr>
          <p:spPr>
            <a:xfrm>
              <a:off x="0" y="0"/>
              <a:ext cx="8153400" cy="400200"/>
            </a:xfrm>
            <a:prstGeom prst="roundRect">
              <a:avLst>
                <a:gd fmla="val 14285" name="adj"/>
              </a:avLst>
            </a:prstGeom>
            <a:solidFill>
              <a:srgbClr val="152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26"/>
            <p:cNvSpPr/>
            <p:nvPr/>
          </p:nvSpPr>
          <p:spPr>
            <a:xfrm>
              <a:off x="0" y="0"/>
              <a:ext cx="38100" cy="4002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26"/>
            <p:cNvSpPr txBox="1"/>
            <p:nvPr/>
          </p:nvSpPr>
          <p:spPr>
            <a:xfrm>
              <a:off x="171450" y="0"/>
              <a:ext cx="78486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chemeClr val="lt1"/>
                  </a:solidFill>
                  <a:latin typeface="Source Sans 3"/>
                  <a:ea typeface="Source Sans 3"/>
                  <a:cs typeface="Source Sans 3"/>
                  <a:sym typeface="Source Sans 3"/>
                </a:rPr>
                <a:t>EVERY ENGAGEMENT BEGINS WITH A PRACTICAL REVIEW OF FIT, SCOPE, AND SUPPORTABILITY</a:t>
              </a:r>
              <a:endParaRPr b="1" sz="1000">
                <a:solidFill>
                  <a:schemeClr val="lt1"/>
                </a:solidFill>
                <a:latin typeface="Source Sans 3"/>
                <a:ea typeface="Source Sans 3"/>
                <a:cs typeface="Source Sans 3"/>
                <a:sym typeface="Source Sans 3"/>
              </a:endParaRPr>
            </a:p>
          </p:txBody>
        </p:sp>
      </p:grpSp>
      <p:sp>
        <p:nvSpPr>
          <p:cNvPr id="533" name="Google Shape;533;p26"/>
          <p:cNvSpPr/>
          <p:nvPr/>
        </p:nvSpPr>
        <p:spPr>
          <a:xfrm>
            <a:off x="495300" y="1190625"/>
            <a:ext cx="3619500" cy="25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34" name="Google Shape;534;p26" title="62427462-d710-4b48-80b0-3df664374a69.jpg"/>
          <p:cNvPicPr preferRelativeResize="0"/>
          <p:nvPr/>
        </p:nvPicPr>
        <p:blipFill rotWithShape="1">
          <a:blip r:embed="rId3">
            <a:alphaModFix/>
          </a:blip>
          <a:srcRect b="15181" l="22202" r="3193" t="15181"/>
          <a:stretch/>
        </p:blipFill>
        <p:spPr>
          <a:xfrm>
            <a:off x="495300" y="1190625"/>
            <a:ext cx="3619500" cy="2524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538" name="Shape 538"/>
        <p:cNvGrpSpPr/>
        <p:nvPr/>
      </p:nvGrpSpPr>
      <p:grpSpPr>
        <a:xfrm>
          <a:off x="0" y="0"/>
          <a:ext cx="0" cy="0"/>
          <a:chOff x="0" y="0"/>
          <a:chExt cx="0" cy="0"/>
        </a:xfrm>
      </p:grpSpPr>
      <p:grpSp>
        <p:nvGrpSpPr>
          <p:cNvPr id="539" name="Google Shape;539;p27"/>
          <p:cNvGrpSpPr/>
          <p:nvPr/>
        </p:nvGrpSpPr>
        <p:grpSpPr>
          <a:xfrm>
            <a:off x="495300" y="289322"/>
            <a:ext cx="6286500" cy="600581"/>
            <a:chOff x="0" y="9525"/>
            <a:chExt cx="16764000" cy="1601550"/>
          </a:xfrm>
        </p:grpSpPr>
        <p:sp>
          <p:nvSpPr>
            <p:cNvPr id="540" name="Google Shape;540;p27"/>
            <p:cNvSpPr txBox="1"/>
            <p:nvPr/>
          </p:nvSpPr>
          <p:spPr>
            <a:xfrm>
              <a:off x="0" y="9525"/>
              <a:ext cx="3810000" cy="287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700" u="none" cap="none" strike="noStrike">
                  <a:solidFill>
                    <a:srgbClr val="145DA0"/>
                  </a:solidFill>
                  <a:latin typeface="Source Sans 3"/>
                  <a:ea typeface="Source Sans 3"/>
                  <a:cs typeface="Source Sans 3"/>
                  <a:sym typeface="Source Sans 3"/>
                </a:rPr>
                <a:t>CLM  /  15</a:t>
              </a:r>
              <a:endParaRPr sz="700"/>
            </a:p>
          </p:txBody>
        </p:sp>
        <p:sp>
          <p:nvSpPr>
            <p:cNvPr id="541" name="Google Shape;541;p27"/>
            <p:cNvSpPr txBox="1"/>
            <p:nvPr/>
          </p:nvSpPr>
          <p:spPr>
            <a:xfrm>
              <a:off x="0" y="714375"/>
              <a:ext cx="16764000" cy="896700"/>
            </a:xfrm>
            <a:prstGeom prst="rect">
              <a:avLst/>
            </a:prstGeom>
            <a:noFill/>
            <a:ln>
              <a:noFill/>
            </a:ln>
          </p:spPr>
          <p:txBody>
            <a:bodyPr anchorCtr="0" anchor="t" bIns="0" lIns="0" spcFirstLastPara="1" rIns="0" wrap="square" tIns="0">
              <a:spAutoFit/>
            </a:bodyPr>
            <a:lstStyle/>
            <a:p>
              <a:pPr indent="0" lvl="0" marL="0" marR="0" rtl="0" algn="l">
                <a:lnSpc>
                  <a:spcPct val="94989"/>
                </a:lnSpc>
                <a:spcBef>
                  <a:spcPts val="0"/>
                </a:spcBef>
                <a:spcAft>
                  <a:spcPts val="0"/>
                </a:spcAft>
                <a:buNone/>
              </a:pPr>
              <a:r>
                <a:rPr b="1" i="0" lang="en" sz="2300" u="none" cap="none" strike="noStrike">
                  <a:solidFill>
                    <a:srgbClr val="152534"/>
                  </a:solidFill>
                  <a:latin typeface="Barlow Condensed"/>
                  <a:ea typeface="Barlow Condensed"/>
                  <a:cs typeface="Barlow Condensed"/>
                  <a:sym typeface="Barlow Condensed"/>
                </a:rPr>
                <a:t>Why Work With CLM</a:t>
              </a:r>
              <a:endParaRPr sz="700"/>
            </a:p>
          </p:txBody>
        </p:sp>
      </p:grpSp>
      <p:grpSp>
        <p:nvGrpSpPr>
          <p:cNvPr id="542" name="Google Shape;542;p27"/>
          <p:cNvGrpSpPr/>
          <p:nvPr/>
        </p:nvGrpSpPr>
        <p:grpSpPr>
          <a:xfrm>
            <a:off x="495300" y="1285875"/>
            <a:ext cx="2590800" cy="1524000"/>
            <a:chOff x="0" y="0"/>
            <a:chExt cx="2590800" cy="1524000"/>
          </a:xfrm>
        </p:grpSpPr>
        <p:sp>
          <p:nvSpPr>
            <p:cNvPr id="543" name="Google Shape;543;p27"/>
            <p:cNvSpPr/>
            <p:nvPr/>
          </p:nvSpPr>
          <p:spPr>
            <a:xfrm>
              <a:off x="0" y="0"/>
              <a:ext cx="25908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27"/>
            <p:cNvSpPr/>
            <p:nvPr/>
          </p:nvSpPr>
          <p:spPr>
            <a:xfrm>
              <a:off x="0" y="0"/>
              <a:ext cx="38100" cy="15240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27"/>
            <p:cNvSpPr txBox="1"/>
            <p:nvPr/>
          </p:nvSpPr>
          <p:spPr>
            <a:xfrm>
              <a:off x="190500" y="190500"/>
              <a:ext cx="220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145DA0"/>
                  </a:solidFill>
                  <a:latin typeface="Material Icons"/>
                  <a:ea typeface="Material Icons"/>
                  <a:cs typeface="Material Icons"/>
                  <a:sym typeface="Material Icons"/>
                </a:rPr>
                <a:t>workspace_premium</a:t>
              </a:r>
              <a:r>
                <a:rPr b="1" lang="en" sz="1100">
                  <a:solidFill>
                    <a:srgbClr val="20C7D9"/>
                  </a:solidFill>
                  <a:latin typeface="Source Sans 3"/>
                  <a:ea typeface="Source Sans 3"/>
                  <a:cs typeface="Source Sans 3"/>
                  <a:sym typeface="Source Sans 3"/>
                </a:rPr>
                <a:t>01</a:t>
              </a:r>
              <a:endParaRPr>
                <a:latin typeface="Source Sans 3"/>
                <a:ea typeface="Source Sans 3"/>
                <a:cs typeface="Source Sans 3"/>
                <a:sym typeface="Source Sans 3"/>
              </a:endParaRPr>
            </a:p>
            <a:p>
              <a:pPr indent="0" lvl="0" marL="0" rtl="0" algn="l">
                <a:spcBef>
                  <a:spcPts val="900"/>
                </a:spcBef>
                <a:spcAft>
                  <a:spcPts val="0"/>
                </a:spcAft>
                <a:buNone/>
              </a:pPr>
              <a:r>
                <a:rPr b="1" lang="en" sz="1800">
                  <a:solidFill>
                    <a:srgbClr val="152534"/>
                  </a:solidFill>
                  <a:latin typeface="Barlow Condensed"/>
                  <a:ea typeface="Barlow Condensed"/>
                  <a:cs typeface="Barlow Condensed"/>
                  <a:sym typeface="Barlow Condensed"/>
                </a:rPr>
                <a:t>QUALITY SERVICE</a:t>
              </a:r>
              <a:endParaRPr b="1" sz="1800">
                <a:solidFill>
                  <a:srgbClr val="152534"/>
                </a:solidFill>
                <a:latin typeface="Barlow Condensed"/>
                <a:ea typeface="Barlow Condensed"/>
                <a:cs typeface="Barlow Condensed"/>
                <a:sym typeface="Barlow Condensed"/>
              </a:endParaRPr>
            </a:p>
            <a:p>
              <a:pPr indent="0" lvl="0" marL="0" rtl="0" algn="l">
                <a:spcBef>
                  <a:spcPts val="0"/>
                </a:spcBef>
                <a:spcAft>
                  <a:spcPts val="0"/>
                </a:spcAft>
                <a:buNone/>
              </a:pPr>
              <a:r>
                <a:rPr lang="en" sz="950">
                  <a:solidFill>
                    <a:srgbClr val="687785"/>
                  </a:solidFill>
                  <a:latin typeface="Source Sans 3"/>
                  <a:ea typeface="Source Sans 3"/>
                  <a:cs typeface="Source Sans 3"/>
                  <a:sym typeface="Source Sans 3"/>
                </a:rPr>
                <a:t>Delivering rigorous engineering standards and uncompromised precision in every engagement.</a:t>
              </a:r>
              <a:endParaRPr sz="950">
                <a:solidFill>
                  <a:srgbClr val="687785"/>
                </a:solidFill>
                <a:latin typeface="Source Sans 3"/>
                <a:ea typeface="Source Sans 3"/>
                <a:cs typeface="Source Sans 3"/>
                <a:sym typeface="Source Sans 3"/>
              </a:endParaRPr>
            </a:p>
          </p:txBody>
        </p:sp>
      </p:grpSp>
      <p:grpSp>
        <p:nvGrpSpPr>
          <p:cNvPr id="546" name="Google Shape;546;p27"/>
          <p:cNvGrpSpPr/>
          <p:nvPr/>
        </p:nvGrpSpPr>
        <p:grpSpPr>
          <a:xfrm>
            <a:off x="3276600" y="1285875"/>
            <a:ext cx="2590800" cy="1524000"/>
            <a:chOff x="0" y="0"/>
            <a:chExt cx="2590800" cy="1524000"/>
          </a:xfrm>
        </p:grpSpPr>
        <p:sp>
          <p:nvSpPr>
            <p:cNvPr id="547" name="Google Shape;547;p27"/>
            <p:cNvSpPr/>
            <p:nvPr/>
          </p:nvSpPr>
          <p:spPr>
            <a:xfrm>
              <a:off x="0" y="0"/>
              <a:ext cx="25908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27"/>
            <p:cNvSpPr/>
            <p:nvPr/>
          </p:nvSpPr>
          <p:spPr>
            <a:xfrm>
              <a:off x="0" y="0"/>
              <a:ext cx="38100" cy="15240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27"/>
            <p:cNvSpPr txBox="1"/>
            <p:nvPr/>
          </p:nvSpPr>
          <p:spPr>
            <a:xfrm>
              <a:off x="190500" y="190500"/>
              <a:ext cx="220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220">
                  <a:solidFill>
                    <a:srgbClr val="145DA0"/>
                  </a:solidFill>
                  <a:latin typeface="Material Icons"/>
                  <a:ea typeface="Material Icons"/>
                  <a:cs typeface="Material Icons"/>
                  <a:sym typeface="Material Icons"/>
                </a:rPr>
                <a:t>headset_mic</a:t>
              </a:r>
              <a:r>
                <a:rPr b="1" lang="en" sz="1018">
                  <a:solidFill>
                    <a:srgbClr val="20C7D9"/>
                  </a:solidFill>
                  <a:latin typeface="Source Sans 3"/>
                  <a:ea typeface="Source Sans 3"/>
                  <a:cs typeface="Source Sans 3"/>
                  <a:sym typeface="Source Sans 3"/>
                </a:rPr>
                <a:t>02</a:t>
              </a:r>
              <a:endParaRPr sz="1295">
                <a:latin typeface="Source Sans 3"/>
                <a:ea typeface="Source Sans 3"/>
                <a:cs typeface="Source Sans 3"/>
                <a:sym typeface="Source Sans 3"/>
              </a:endParaRPr>
            </a:p>
            <a:p>
              <a:pPr indent="0" lvl="0" marL="0" rtl="0" algn="l">
                <a:spcBef>
                  <a:spcPts val="900"/>
                </a:spcBef>
                <a:spcAft>
                  <a:spcPts val="0"/>
                </a:spcAft>
                <a:buNone/>
              </a:pPr>
              <a:r>
                <a:rPr b="1" lang="en" sz="1665">
                  <a:solidFill>
                    <a:srgbClr val="152534"/>
                  </a:solidFill>
                  <a:latin typeface="Barlow Condensed"/>
                  <a:ea typeface="Barlow Condensed"/>
                  <a:cs typeface="Barlow Condensed"/>
                  <a:sym typeface="Barlow Condensed"/>
                </a:rPr>
                <a:t>RELIABLE TECHNICAL SUPPORT</a:t>
              </a:r>
              <a:endParaRPr b="1" sz="1665">
                <a:solidFill>
                  <a:srgbClr val="152534"/>
                </a:solidFill>
                <a:latin typeface="Barlow Condensed"/>
                <a:ea typeface="Barlow Condensed"/>
                <a:cs typeface="Barlow Condensed"/>
                <a:sym typeface="Barlow Condensed"/>
              </a:endParaRPr>
            </a:p>
            <a:p>
              <a:pPr indent="0" lvl="0" marL="0" rtl="0" algn="l">
                <a:spcBef>
                  <a:spcPts val="0"/>
                </a:spcBef>
                <a:spcAft>
                  <a:spcPts val="0"/>
                </a:spcAft>
                <a:buNone/>
              </a:pPr>
              <a:r>
                <a:rPr lang="en" sz="879">
                  <a:solidFill>
                    <a:srgbClr val="687785"/>
                  </a:solidFill>
                  <a:latin typeface="Source Sans 3"/>
                  <a:ea typeface="Source Sans 3"/>
                  <a:cs typeface="Source Sans 3"/>
                  <a:sym typeface="Source Sans 3"/>
                </a:rPr>
                <a:t>Responsive expert assistance and swift troubleshooting to minimize system downtime.</a:t>
              </a:r>
              <a:endParaRPr sz="879">
                <a:solidFill>
                  <a:srgbClr val="687785"/>
                </a:solidFill>
                <a:latin typeface="Source Sans 3"/>
                <a:ea typeface="Source Sans 3"/>
                <a:cs typeface="Source Sans 3"/>
                <a:sym typeface="Source Sans 3"/>
              </a:endParaRPr>
            </a:p>
          </p:txBody>
        </p:sp>
      </p:grpSp>
      <p:grpSp>
        <p:nvGrpSpPr>
          <p:cNvPr id="550" name="Google Shape;550;p27"/>
          <p:cNvGrpSpPr/>
          <p:nvPr/>
        </p:nvGrpSpPr>
        <p:grpSpPr>
          <a:xfrm>
            <a:off x="6057900" y="1285875"/>
            <a:ext cx="2590800" cy="1524000"/>
            <a:chOff x="0" y="0"/>
            <a:chExt cx="2590800" cy="1524000"/>
          </a:xfrm>
        </p:grpSpPr>
        <p:sp>
          <p:nvSpPr>
            <p:cNvPr id="551" name="Google Shape;551;p27"/>
            <p:cNvSpPr/>
            <p:nvPr/>
          </p:nvSpPr>
          <p:spPr>
            <a:xfrm>
              <a:off x="0" y="0"/>
              <a:ext cx="25908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27"/>
            <p:cNvSpPr/>
            <p:nvPr/>
          </p:nvSpPr>
          <p:spPr>
            <a:xfrm>
              <a:off x="0" y="0"/>
              <a:ext cx="38100" cy="15240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27"/>
            <p:cNvSpPr txBox="1"/>
            <p:nvPr/>
          </p:nvSpPr>
          <p:spPr>
            <a:xfrm>
              <a:off x="190500" y="190500"/>
              <a:ext cx="220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040">
                  <a:solidFill>
                    <a:srgbClr val="145DA0"/>
                  </a:solidFill>
                  <a:latin typeface="Material Icons"/>
                  <a:ea typeface="Material Icons"/>
                  <a:cs typeface="Material Icons"/>
                  <a:sym typeface="Material Icons"/>
                </a:rPr>
                <a:t>precision_manufacturing</a:t>
              </a:r>
              <a:r>
                <a:rPr b="1" lang="en" sz="935">
                  <a:solidFill>
                    <a:srgbClr val="20C7D9"/>
                  </a:solidFill>
                  <a:latin typeface="Source Sans 3"/>
                  <a:ea typeface="Source Sans 3"/>
                  <a:cs typeface="Source Sans 3"/>
                  <a:sym typeface="Source Sans 3"/>
                </a:rPr>
                <a:t>03</a:t>
              </a:r>
              <a:endParaRPr sz="1190">
                <a:latin typeface="Source Sans 3"/>
                <a:ea typeface="Source Sans 3"/>
                <a:cs typeface="Source Sans 3"/>
                <a:sym typeface="Source Sans 3"/>
              </a:endParaRPr>
            </a:p>
            <a:p>
              <a:pPr indent="0" lvl="0" marL="0" rtl="0" algn="l">
                <a:spcBef>
                  <a:spcPts val="900"/>
                </a:spcBef>
                <a:spcAft>
                  <a:spcPts val="0"/>
                </a:spcAft>
                <a:buNone/>
              </a:pPr>
              <a:r>
                <a:rPr b="1" lang="en" sz="1530">
                  <a:solidFill>
                    <a:srgbClr val="152534"/>
                  </a:solidFill>
                  <a:latin typeface="Barlow Condensed"/>
                  <a:ea typeface="Barlow Condensed"/>
                  <a:cs typeface="Barlow Condensed"/>
                  <a:sym typeface="Barlow Condensed"/>
                </a:rPr>
                <a:t>INDUSTRY-FOCUSED EXPERTISE</a:t>
              </a:r>
              <a:endParaRPr b="1" sz="1530">
                <a:solidFill>
                  <a:srgbClr val="152534"/>
                </a:solidFill>
                <a:latin typeface="Barlow Condensed"/>
                <a:ea typeface="Barlow Condensed"/>
                <a:cs typeface="Barlow Condensed"/>
                <a:sym typeface="Barlow Condensed"/>
              </a:endParaRPr>
            </a:p>
            <a:p>
              <a:pPr indent="0" lvl="0" marL="0" rtl="0" algn="l">
                <a:spcBef>
                  <a:spcPts val="0"/>
                </a:spcBef>
                <a:spcAft>
                  <a:spcPts val="0"/>
                </a:spcAft>
                <a:buNone/>
              </a:pPr>
              <a:r>
                <a:rPr lang="en" sz="808">
                  <a:solidFill>
                    <a:srgbClr val="687785"/>
                  </a:solidFill>
                  <a:latin typeface="Source Sans 3"/>
                  <a:ea typeface="Source Sans 3"/>
                  <a:cs typeface="Source Sans 3"/>
                  <a:sym typeface="Source Sans 3"/>
                </a:rPr>
                <a:t>Deep domain knowledge tailored for semiconductor and electronics manufacturing environments.</a:t>
              </a:r>
              <a:endParaRPr sz="808">
                <a:solidFill>
                  <a:srgbClr val="687785"/>
                </a:solidFill>
                <a:latin typeface="Source Sans 3"/>
                <a:ea typeface="Source Sans 3"/>
                <a:cs typeface="Source Sans 3"/>
                <a:sym typeface="Source Sans 3"/>
              </a:endParaRPr>
            </a:p>
          </p:txBody>
        </p:sp>
      </p:grpSp>
      <p:grpSp>
        <p:nvGrpSpPr>
          <p:cNvPr id="554" name="Google Shape;554;p27"/>
          <p:cNvGrpSpPr/>
          <p:nvPr/>
        </p:nvGrpSpPr>
        <p:grpSpPr>
          <a:xfrm>
            <a:off x="495300" y="3000375"/>
            <a:ext cx="2590800" cy="1524000"/>
            <a:chOff x="0" y="0"/>
            <a:chExt cx="2590800" cy="1524000"/>
          </a:xfrm>
        </p:grpSpPr>
        <p:sp>
          <p:nvSpPr>
            <p:cNvPr id="555" name="Google Shape;555;p27"/>
            <p:cNvSpPr/>
            <p:nvPr/>
          </p:nvSpPr>
          <p:spPr>
            <a:xfrm>
              <a:off x="0" y="0"/>
              <a:ext cx="25908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27"/>
            <p:cNvSpPr/>
            <p:nvPr/>
          </p:nvSpPr>
          <p:spPr>
            <a:xfrm>
              <a:off x="0" y="0"/>
              <a:ext cx="38100" cy="15240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27"/>
            <p:cNvSpPr txBox="1"/>
            <p:nvPr/>
          </p:nvSpPr>
          <p:spPr>
            <a:xfrm>
              <a:off x="190500" y="190500"/>
              <a:ext cx="220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145DA0"/>
                  </a:solidFill>
                  <a:latin typeface="Material Icons"/>
                  <a:ea typeface="Material Icons"/>
                  <a:cs typeface="Material Icons"/>
                  <a:sym typeface="Material Icons"/>
                </a:rPr>
                <a:t>published_with_changes</a:t>
              </a:r>
              <a:r>
                <a:rPr b="1" lang="en" sz="1100">
                  <a:solidFill>
                    <a:srgbClr val="20C7D9"/>
                  </a:solidFill>
                  <a:latin typeface="Source Sans 3"/>
                  <a:ea typeface="Source Sans 3"/>
                  <a:cs typeface="Source Sans 3"/>
                  <a:sym typeface="Source Sans 3"/>
                </a:rPr>
                <a:t>04</a:t>
              </a:r>
              <a:endParaRPr>
                <a:latin typeface="Source Sans 3"/>
                <a:ea typeface="Source Sans 3"/>
                <a:cs typeface="Source Sans 3"/>
                <a:sym typeface="Source Sans 3"/>
              </a:endParaRPr>
            </a:p>
            <a:p>
              <a:pPr indent="0" lvl="0" marL="0" rtl="0" algn="l">
                <a:spcBef>
                  <a:spcPts val="900"/>
                </a:spcBef>
                <a:spcAft>
                  <a:spcPts val="0"/>
                </a:spcAft>
                <a:buNone/>
              </a:pPr>
              <a:r>
                <a:rPr b="1" lang="en" sz="1800">
                  <a:solidFill>
                    <a:srgbClr val="152534"/>
                  </a:solidFill>
                  <a:latin typeface="Barlow Condensed"/>
                  <a:ea typeface="Barlow Condensed"/>
                  <a:cs typeface="Barlow Condensed"/>
                  <a:sym typeface="Barlow Condensed"/>
                </a:rPr>
                <a:t>AFTER-SALES SUPPORT</a:t>
              </a:r>
              <a:endParaRPr b="1" sz="1800">
                <a:solidFill>
                  <a:srgbClr val="152534"/>
                </a:solidFill>
                <a:latin typeface="Barlow Condensed"/>
                <a:ea typeface="Barlow Condensed"/>
                <a:cs typeface="Barlow Condensed"/>
                <a:sym typeface="Barlow Condensed"/>
              </a:endParaRPr>
            </a:p>
            <a:p>
              <a:pPr indent="0" lvl="0" marL="0" rtl="0" algn="l">
                <a:spcBef>
                  <a:spcPts val="0"/>
                </a:spcBef>
                <a:spcAft>
                  <a:spcPts val="0"/>
                </a:spcAft>
                <a:buNone/>
              </a:pPr>
              <a:r>
                <a:rPr lang="en" sz="950">
                  <a:solidFill>
                    <a:srgbClr val="687785"/>
                  </a:solidFill>
                  <a:latin typeface="Source Sans 3"/>
                  <a:ea typeface="Source Sans 3"/>
                  <a:cs typeface="Source Sans 3"/>
                  <a:sym typeface="Source Sans 3"/>
                </a:rPr>
                <a:t>Comprehensive maintenance, spare parts, and warranty coverage post-installation.</a:t>
              </a:r>
              <a:endParaRPr sz="950">
                <a:solidFill>
                  <a:srgbClr val="687785"/>
                </a:solidFill>
                <a:latin typeface="Source Sans 3"/>
                <a:ea typeface="Source Sans 3"/>
                <a:cs typeface="Source Sans 3"/>
                <a:sym typeface="Source Sans 3"/>
              </a:endParaRPr>
            </a:p>
          </p:txBody>
        </p:sp>
      </p:grpSp>
      <p:grpSp>
        <p:nvGrpSpPr>
          <p:cNvPr id="558" name="Google Shape;558;p27"/>
          <p:cNvGrpSpPr/>
          <p:nvPr/>
        </p:nvGrpSpPr>
        <p:grpSpPr>
          <a:xfrm>
            <a:off x="3276600" y="3000375"/>
            <a:ext cx="2590800" cy="1524000"/>
            <a:chOff x="0" y="0"/>
            <a:chExt cx="2590800" cy="1524000"/>
          </a:xfrm>
        </p:grpSpPr>
        <p:sp>
          <p:nvSpPr>
            <p:cNvPr id="559" name="Google Shape;559;p27"/>
            <p:cNvSpPr/>
            <p:nvPr/>
          </p:nvSpPr>
          <p:spPr>
            <a:xfrm>
              <a:off x="0" y="0"/>
              <a:ext cx="25908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p27"/>
            <p:cNvSpPr/>
            <p:nvPr/>
          </p:nvSpPr>
          <p:spPr>
            <a:xfrm>
              <a:off x="0" y="0"/>
              <a:ext cx="38100" cy="15240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27"/>
            <p:cNvSpPr txBox="1"/>
            <p:nvPr/>
          </p:nvSpPr>
          <p:spPr>
            <a:xfrm>
              <a:off x="190500" y="190500"/>
              <a:ext cx="220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220">
                  <a:solidFill>
                    <a:srgbClr val="145DA0"/>
                  </a:solidFill>
                  <a:latin typeface="Material Icons"/>
                  <a:ea typeface="Material Icons"/>
                  <a:cs typeface="Material Icons"/>
                  <a:sym typeface="Material Icons"/>
                </a:rPr>
                <a:t>autorenew</a:t>
              </a:r>
              <a:r>
                <a:rPr b="1" lang="en" sz="1018">
                  <a:solidFill>
                    <a:srgbClr val="20C7D9"/>
                  </a:solidFill>
                  <a:latin typeface="Source Sans 3"/>
                  <a:ea typeface="Source Sans 3"/>
                  <a:cs typeface="Source Sans 3"/>
                  <a:sym typeface="Source Sans 3"/>
                </a:rPr>
                <a:t>05</a:t>
              </a:r>
              <a:endParaRPr sz="1295">
                <a:latin typeface="Source Sans 3"/>
                <a:ea typeface="Source Sans 3"/>
                <a:cs typeface="Source Sans 3"/>
                <a:sym typeface="Source Sans 3"/>
              </a:endParaRPr>
            </a:p>
            <a:p>
              <a:pPr indent="0" lvl="0" marL="0" rtl="0" algn="l">
                <a:spcBef>
                  <a:spcPts val="900"/>
                </a:spcBef>
                <a:spcAft>
                  <a:spcPts val="0"/>
                </a:spcAft>
                <a:buNone/>
              </a:pPr>
              <a:r>
                <a:rPr b="1" lang="en" sz="1665">
                  <a:solidFill>
                    <a:srgbClr val="152534"/>
                  </a:solidFill>
                  <a:latin typeface="Barlow Condensed"/>
                  <a:ea typeface="Barlow Condensed"/>
                  <a:cs typeface="Barlow Condensed"/>
                  <a:sym typeface="Barlow Condensed"/>
                </a:rPr>
                <a:t>EQUIPMENT LIFECYCLE SUPPORT</a:t>
              </a:r>
              <a:endParaRPr b="1" sz="1665">
                <a:solidFill>
                  <a:srgbClr val="152534"/>
                </a:solidFill>
                <a:latin typeface="Barlow Condensed"/>
                <a:ea typeface="Barlow Condensed"/>
                <a:cs typeface="Barlow Condensed"/>
                <a:sym typeface="Barlow Condensed"/>
              </a:endParaRPr>
            </a:p>
            <a:p>
              <a:pPr indent="0" lvl="0" marL="0" rtl="0" algn="l">
                <a:spcBef>
                  <a:spcPts val="0"/>
                </a:spcBef>
                <a:spcAft>
                  <a:spcPts val="0"/>
                </a:spcAft>
                <a:buNone/>
              </a:pPr>
              <a:r>
                <a:rPr lang="en" sz="879">
                  <a:solidFill>
                    <a:srgbClr val="687785"/>
                  </a:solidFill>
                  <a:latin typeface="Source Sans 3"/>
                  <a:ea typeface="Source Sans 3"/>
                  <a:cs typeface="Source Sans 3"/>
                  <a:sym typeface="Source Sans 3"/>
                </a:rPr>
                <a:t>End-to-end machinery optimization, upgrades, and scheduled preventive care.</a:t>
              </a:r>
              <a:endParaRPr sz="879">
                <a:solidFill>
                  <a:srgbClr val="687785"/>
                </a:solidFill>
                <a:latin typeface="Source Sans 3"/>
                <a:ea typeface="Source Sans 3"/>
                <a:cs typeface="Source Sans 3"/>
                <a:sym typeface="Source Sans 3"/>
              </a:endParaRPr>
            </a:p>
          </p:txBody>
        </p:sp>
      </p:grpSp>
      <p:grpSp>
        <p:nvGrpSpPr>
          <p:cNvPr id="562" name="Google Shape;562;p27"/>
          <p:cNvGrpSpPr/>
          <p:nvPr/>
        </p:nvGrpSpPr>
        <p:grpSpPr>
          <a:xfrm>
            <a:off x="6057900" y="3000375"/>
            <a:ext cx="2590800" cy="1524000"/>
            <a:chOff x="0" y="0"/>
            <a:chExt cx="2590800" cy="1524000"/>
          </a:xfrm>
        </p:grpSpPr>
        <p:sp>
          <p:nvSpPr>
            <p:cNvPr id="563" name="Google Shape;563;p27"/>
            <p:cNvSpPr/>
            <p:nvPr/>
          </p:nvSpPr>
          <p:spPr>
            <a:xfrm>
              <a:off x="0" y="0"/>
              <a:ext cx="25908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p27"/>
            <p:cNvSpPr/>
            <p:nvPr/>
          </p:nvSpPr>
          <p:spPr>
            <a:xfrm>
              <a:off x="0" y="0"/>
              <a:ext cx="38100" cy="15240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27"/>
            <p:cNvSpPr txBox="1"/>
            <p:nvPr/>
          </p:nvSpPr>
          <p:spPr>
            <a:xfrm>
              <a:off x="190500" y="190500"/>
              <a:ext cx="220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220">
                  <a:solidFill>
                    <a:srgbClr val="20C7D9"/>
                  </a:solidFill>
                  <a:latin typeface="Material Icons"/>
                  <a:ea typeface="Material Icons"/>
                  <a:cs typeface="Material Icons"/>
                  <a:sym typeface="Material Icons"/>
                </a:rPr>
                <a:t>handshake</a:t>
              </a:r>
              <a:r>
                <a:rPr b="1" lang="en" sz="1018">
                  <a:solidFill>
                    <a:srgbClr val="20C7D9"/>
                  </a:solidFill>
                  <a:latin typeface="Source Sans 3"/>
                  <a:ea typeface="Source Sans 3"/>
                  <a:cs typeface="Source Sans 3"/>
                  <a:sym typeface="Source Sans 3"/>
                </a:rPr>
                <a:t>06</a:t>
              </a:r>
              <a:endParaRPr sz="1295">
                <a:latin typeface="Source Sans 3"/>
                <a:ea typeface="Source Sans 3"/>
                <a:cs typeface="Source Sans 3"/>
                <a:sym typeface="Source Sans 3"/>
              </a:endParaRPr>
            </a:p>
            <a:p>
              <a:pPr indent="0" lvl="0" marL="0" rtl="0" algn="l">
                <a:spcBef>
                  <a:spcPts val="900"/>
                </a:spcBef>
                <a:spcAft>
                  <a:spcPts val="0"/>
                </a:spcAft>
                <a:buNone/>
              </a:pPr>
              <a:r>
                <a:rPr b="1" lang="en" sz="1665">
                  <a:solidFill>
                    <a:srgbClr val="152534"/>
                  </a:solidFill>
                  <a:latin typeface="Barlow Condensed"/>
                  <a:ea typeface="Barlow Condensed"/>
                  <a:cs typeface="Barlow Condensed"/>
                  <a:sym typeface="Barlow Condensed"/>
                </a:rPr>
                <a:t>LONG-TERM CUSTOMER RELATIONSHIPS</a:t>
              </a:r>
              <a:endParaRPr b="1" sz="1665">
                <a:solidFill>
                  <a:srgbClr val="152534"/>
                </a:solidFill>
                <a:latin typeface="Barlow Condensed"/>
                <a:ea typeface="Barlow Condensed"/>
                <a:cs typeface="Barlow Condensed"/>
                <a:sym typeface="Barlow Condensed"/>
              </a:endParaRPr>
            </a:p>
            <a:p>
              <a:pPr indent="0" lvl="0" marL="0" rtl="0" algn="l">
                <a:spcBef>
                  <a:spcPts val="0"/>
                </a:spcBef>
                <a:spcAft>
                  <a:spcPts val="0"/>
                </a:spcAft>
                <a:buNone/>
              </a:pPr>
              <a:r>
                <a:rPr lang="en" sz="879">
                  <a:solidFill>
                    <a:srgbClr val="687785"/>
                  </a:solidFill>
                  <a:latin typeface="Source Sans 3"/>
                  <a:ea typeface="Source Sans 3"/>
                  <a:cs typeface="Source Sans 3"/>
                  <a:sym typeface="Source Sans 3"/>
                </a:rPr>
                <a:t>Building trusted, ongoing partnerships dedicated to continuous technical success.</a:t>
              </a:r>
              <a:endParaRPr sz="879">
                <a:solidFill>
                  <a:srgbClr val="687785"/>
                </a:solidFill>
                <a:latin typeface="Source Sans 3"/>
                <a:ea typeface="Source Sans 3"/>
                <a:cs typeface="Source Sans 3"/>
                <a:sym typeface="Source Sans 3"/>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829"/>
        </a:solidFill>
      </p:bgPr>
    </p:bg>
    <p:spTree>
      <p:nvGrpSpPr>
        <p:cNvPr id="569" name="Shape 569"/>
        <p:cNvGrpSpPr/>
        <p:nvPr/>
      </p:nvGrpSpPr>
      <p:grpSpPr>
        <a:xfrm>
          <a:off x="0" y="0"/>
          <a:ext cx="0" cy="0"/>
          <a:chOff x="0" y="0"/>
          <a:chExt cx="0" cy="0"/>
        </a:xfrm>
      </p:grpSpPr>
      <p:grpSp>
        <p:nvGrpSpPr>
          <p:cNvPr id="570" name="Google Shape;570;p28"/>
          <p:cNvGrpSpPr/>
          <p:nvPr/>
        </p:nvGrpSpPr>
        <p:grpSpPr>
          <a:xfrm>
            <a:off x="495300" y="266700"/>
            <a:ext cx="5715000" cy="638250"/>
            <a:chOff x="0" y="0"/>
            <a:chExt cx="5715000" cy="638250"/>
          </a:xfrm>
        </p:grpSpPr>
        <p:sp>
          <p:nvSpPr>
            <p:cNvPr id="571" name="Google Shape;571;p28"/>
            <p:cNvSpPr txBox="1"/>
            <p:nvPr/>
          </p:nvSpPr>
          <p:spPr>
            <a:xfrm>
              <a:off x="0" y="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20C7D9"/>
                  </a:solidFill>
                  <a:latin typeface="Source Sans 3"/>
                  <a:ea typeface="Source Sans 3"/>
                  <a:cs typeface="Source Sans 3"/>
                  <a:sym typeface="Source Sans 3"/>
                </a:rPr>
                <a:t>CLM / 16</a:t>
              </a:r>
              <a:endParaRPr b="1" sz="800">
                <a:solidFill>
                  <a:srgbClr val="20C7D9"/>
                </a:solidFill>
                <a:latin typeface="Source Sans 3"/>
                <a:ea typeface="Source Sans 3"/>
                <a:cs typeface="Source Sans 3"/>
                <a:sym typeface="Source Sans 3"/>
              </a:endParaRPr>
            </a:p>
          </p:txBody>
        </p:sp>
        <p:sp>
          <p:nvSpPr>
            <p:cNvPr id="572" name="Google Shape;572;p28"/>
            <p:cNvSpPr txBox="1"/>
            <p:nvPr/>
          </p:nvSpPr>
          <p:spPr>
            <a:xfrm>
              <a:off x="0" y="209550"/>
              <a:ext cx="5715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FFFFFF"/>
                  </a:solidFill>
                  <a:latin typeface="Barlow Condensed"/>
                  <a:ea typeface="Barlow Condensed"/>
                  <a:cs typeface="Barlow Condensed"/>
                  <a:sym typeface="Barlow Condensed"/>
                </a:rPr>
                <a:t>CLM Service Lifecycle</a:t>
              </a:r>
              <a:endParaRPr b="1" sz="2600">
                <a:solidFill>
                  <a:srgbClr val="FFFFFF"/>
                </a:solidFill>
                <a:latin typeface="Barlow Condensed"/>
                <a:ea typeface="Barlow Condensed"/>
                <a:cs typeface="Barlow Condensed"/>
                <a:sym typeface="Barlow Condensed"/>
              </a:endParaRPr>
            </a:p>
          </p:txBody>
        </p:sp>
      </p:grpSp>
      <p:sp>
        <p:nvSpPr>
          <p:cNvPr id="573" name="Google Shape;573;p28"/>
          <p:cNvSpPr/>
          <p:nvPr/>
        </p:nvSpPr>
        <p:spPr>
          <a:xfrm>
            <a:off x="7429500" y="361950"/>
            <a:ext cx="1219200" cy="19200"/>
          </a:xfrm>
          <a:prstGeom prst="rect">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4" name="Google Shape;574;p28"/>
          <p:cNvGrpSpPr/>
          <p:nvPr/>
        </p:nvGrpSpPr>
        <p:grpSpPr>
          <a:xfrm>
            <a:off x="495300" y="1333500"/>
            <a:ext cx="1238400" cy="2381400"/>
            <a:chOff x="0" y="0"/>
            <a:chExt cx="1238400" cy="2381400"/>
          </a:xfrm>
        </p:grpSpPr>
        <p:sp>
          <p:nvSpPr>
            <p:cNvPr id="575" name="Google Shape;575;p28"/>
            <p:cNvSpPr/>
            <p:nvPr/>
          </p:nvSpPr>
          <p:spPr>
            <a:xfrm>
              <a:off x="0" y="0"/>
              <a:ext cx="1238400" cy="2381400"/>
            </a:xfrm>
            <a:prstGeom prst="roundRect">
              <a:avLst>
                <a:gd fmla="val 6153" name="adj"/>
              </a:avLst>
            </a:prstGeom>
            <a:solidFill>
              <a:srgbClr val="0E2338"/>
            </a:solidFill>
            <a:ln cap="flat" cmpd="sng" w="14300">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28"/>
            <p:cNvSpPr/>
            <p:nvPr/>
          </p:nvSpPr>
          <p:spPr>
            <a:xfrm>
              <a:off x="114300" y="133350"/>
              <a:ext cx="324000" cy="190500"/>
            </a:xfrm>
            <a:prstGeom prst="roundRect">
              <a:avLst>
                <a:gd fmla="val 20000" name="adj"/>
              </a:avLst>
            </a:prstGeom>
            <a:solidFill>
              <a:srgbClr val="143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28"/>
            <p:cNvSpPr txBox="1"/>
            <p:nvPr/>
          </p:nvSpPr>
          <p:spPr>
            <a:xfrm>
              <a:off x="114300" y="133350"/>
              <a:ext cx="3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0C7D9"/>
                  </a:solidFill>
                  <a:latin typeface="Source Sans 3"/>
                  <a:ea typeface="Source Sans 3"/>
                  <a:cs typeface="Source Sans 3"/>
                  <a:sym typeface="Source Sans 3"/>
                </a:rPr>
                <a:t>01</a:t>
              </a:r>
              <a:endParaRPr b="1" sz="850">
                <a:solidFill>
                  <a:srgbClr val="20C7D9"/>
                </a:solidFill>
                <a:latin typeface="Source Sans 3"/>
                <a:ea typeface="Source Sans 3"/>
                <a:cs typeface="Source Sans 3"/>
                <a:sym typeface="Source Sans 3"/>
              </a:endParaRPr>
            </a:p>
          </p:txBody>
        </p:sp>
        <p:sp>
          <p:nvSpPr>
            <p:cNvPr id="578" name="Google Shape;578;p28"/>
            <p:cNvSpPr txBox="1"/>
            <p:nvPr/>
          </p:nvSpPr>
          <p:spPr>
            <a:xfrm>
              <a:off x="0" y="561848"/>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600">
                  <a:solidFill>
                    <a:srgbClr val="20C7D9"/>
                  </a:solidFill>
                  <a:latin typeface="Material Icons"/>
                  <a:ea typeface="Material Icons"/>
                  <a:cs typeface="Material Icons"/>
                  <a:sym typeface="Material Icons"/>
                </a:rPr>
                <a:t>analytics</a:t>
              </a:r>
              <a:endParaRPr sz="2600">
                <a:solidFill>
                  <a:srgbClr val="20C7D9"/>
                </a:solidFill>
                <a:latin typeface="Material Icons"/>
                <a:ea typeface="Material Icons"/>
                <a:cs typeface="Material Icons"/>
                <a:sym typeface="Material Icons"/>
              </a:endParaRPr>
            </a:p>
          </p:txBody>
        </p:sp>
        <p:sp>
          <p:nvSpPr>
            <p:cNvPr id="579" name="Google Shape;579;p28"/>
            <p:cNvSpPr txBox="1"/>
            <p:nvPr/>
          </p:nvSpPr>
          <p:spPr>
            <a:xfrm>
              <a:off x="95250" y="1095375"/>
              <a:ext cx="1047900" cy="10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Assessment</a:t>
              </a:r>
              <a:endParaRPr sz="14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800">
                  <a:solidFill>
                    <a:srgbClr val="8EA5B8"/>
                  </a:solidFill>
                  <a:latin typeface="Source Sans 3"/>
                  <a:ea typeface="Source Sans 3"/>
                  <a:cs typeface="Source Sans 3"/>
                  <a:sym typeface="Source Sans 3"/>
                </a:rPr>
                <a:t>Initial evaluation &amp; technical scoping</a:t>
              </a:r>
              <a:endParaRPr b="0" sz="800">
                <a:solidFill>
                  <a:srgbClr val="8EA5B8"/>
                </a:solidFill>
                <a:latin typeface="Source Sans 3"/>
                <a:ea typeface="Source Sans 3"/>
                <a:cs typeface="Source Sans 3"/>
                <a:sym typeface="Source Sans 3"/>
              </a:endParaRPr>
            </a:p>
          </p:txBody>
        </p:sp>
      </p:grpSp>
      <p:sp>
        <p:nvSpPr>
          <p:cNvPr id="580" name="Google Shape;580;p28"/>
          <p:cNvSpPr/>
          <p:nvPr/>
        </p:nvSpPr>
        <p:spPr>
          <a:xfrm>
            <a:off x="1781175" y="2486025"/>
            <a:ext cx="57300" cy="76200"/>
          </a:xfrm>
          <a:custGeom>
            <a:rect b="b" l="l" r="r" t="t"/>
            <a:pathLst>
              <a:path extrusionOk="0" h="120000" w="120000">
                <a:moveTo>
                  <a:pt x="0" y="0"/>
                </a:moveTo>
                <a:lnTo>
                  <a:pt x="120000" y="60000"/>
                </a:lnTo>
                <a:lnTo>
                  <a:pt x="0" y="120000"/>
                </a:lnTo>
              </a:path>
            </a:pathLst>
          </a:custGeom>
          <a:solidFill>
            <a:srgbClr val="000000">
              <a:alpha val="0"/>
            </a:srgbClr>
          </a:solidFill>
          <a:ln cap="rnd" cmpd="sng" w="14300">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1" name="Google Shape;581;p28"/>
          <p:cNvGrpSpPr/>
          <p:nvPr/>
        </p:nvGrpSpPr>
        <p:grpSpPr>
          <a:xfrm>
            <a:off x="1876425" y="1333500"/>
            <a:ext cx="1238400" cy="2381400"/>
            <a:chOff x="0" y="0"/>
            <a:chExt cx="1238400" cy="2381400"/>
          </a:xfrm>
        </p:grpSpPr>
        <p:sp>
          <p:nvSpPr>
            <p:cNvPr id="582" name="Google Shape;582;p28"/>
            <p:cNvSpPr/>
            <p:nvPr/>
          </p:nvSpPr>
          <p:spPr>
            <a:xfrm>
              <a:off x="0" y="0"/>
              <a:ext cx="1238400" cy="2381400"/>
            </a:xfrm>
            <a:prstGeom prst="roundRect">
              <a:avLst>
                <a:gd fmla="val 6153" name="adj"/>
              </a:avLst>
            </a:prstGeom>
            <a:solidFill>
              <a:srgbClr val="0E2338"/>
            </a:solidFill>
            <a:ln cap="flat" cmpd="sng" w="14300">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28"/>
            <p:cNvSpPr/>
            <p:nvPr/>
          </p:nvSpPr>
          <p:spPr>
            <a:xfrm>
              <a:off x="114300" y="133350"/>
              <a:ext cx="324000" cy="190500"/>
            </a:xfrm>
            <a:prstGeom prst="roundRect">
              <a:avLst>
                <a:gd fmla="val 20000" name="adj"/>
              </a:avLst>
            </a:prstGeom>
            <a:solidFill>
              <a:srgbClr val="143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p28"/>
            <p:cNvSpPr txBox="1"/>
            <p:nvPr/>
          </p:nvSpPr>
          <p:spPr>
            <a:xfrm>
              <a:off x="114300" y="133350"/>
              <a:ext cx="3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0C7D9"/>
                  </a:solidFill>
                  <a:latin typeface="Source Sans 3"/>
                  <a:ea typeface="Source Sans 3"/>
                  <a:cs typeface="Source Sans 3"/>
                  <a:sym typeface="Source Sans 3"/>
                </a:rPr>
                <a:t>02</a:t>
              </a:r>
              <a:endParaRPr b="1" sz="850">
                <a:solidFill>
                  <a:srgbClr val="20C7D9"/>
                </a:solidFill>
                <a:latin typeface="Source Sans 3"/>
                <a:ea typeface="Source Sans 3"/>
                <a:cs typeface="Source Sans 3"/>
                <a:sym typeface="Source Sans 3"/>
              </a:endParaRPr>
            </a:p>
          </p:txBody>
        </p:sp>
        <p:sp>
          <p:nvSpPr>
            <p:cNvPr id="585" name="Google Shape;585;p28"/>
            <p:cNvSpPr txBox="1"/>
            <p:nvPr/>
          </p:nvSpPr>
          <p:spPr>
            <a:xfrm>
              <a:off x="0" y="561848"/>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600">
                  <a:solidFill>
                    <a:srgbClr val="20C7D9"/>
                  </a:solidFill>
                  <a:latin typeface="Material Icons"/>
                  <a:ea typeface="Material Icons"/>
                  <a:cs typeface="Material Icons"/>
                  <a:sym typeface="Material Icons"/>
                </a:rPr>
                <a:t>build</a:t>
              </a:r>
              <a:endParaRPr sz="2600">
                <a:solidFill>
                  <a:srgbClr val="20C7D9"/>
                </a:solidFill>
                <a:latin typeface="Material Icons"/>
                <a:ea typeface="Material Icons"/>
                <a:cs typeface="Material Icons"/>
                <a:sym typeface="Material Icons"/>
              </a:endParaRPr>
            </a:p>
          </p:txBody>
        </p:sp>
        <p:sp>
          <p:nvSpPr>
            <p:cNvPr id="586" name="Google Shape;586;p28"/>
            <p:cNvSpPr txBox="1"/>
            <p:nvPr/>
          </p:nvSpPr>
          <p:spPr>
            <a:xfrm>
              <a:off x="95250" y="1095375"/>
              <a:ext cx="1047900" cy="10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Repair /</a:t>
              </a:r>
              <a:endParaRPr sz="1400">
                <a:solidFill>
                  <a:srgbClr val="FFFFFF"/>
                </a:solidFill>
                <a:latin typeface="Barlow Condensed"/>
                <a:ea typeface="Barlow Condensed"/>
                <a:cs typeface="Barlow Condensed"/>
                <a:sym typeface="Barlow Condensed"/>
              </a:endParaRPr>
            </a:p>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Maintenance</a:t>
              </a:r>
              <a:endParaRPr sz="14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800">
                  <a:solidFill>
                    <a:srgbClr val="8EA5B8"/>
                  </a:solidFill>
                  <a:latin typeface="Source Sans 3"/>
                  <a:ea typeface="Source Sans 3"/>
                  <a:cs typeface="Source Sans 3"/>
                  <a:sym typeface="Source Sans 3"/>
                </a:rPr>
                <a:t>Restoration &amp; preventive care</a:t>
              </a:r>
              <a:endParaRPr b="0" sz="800">
                <a:solidFill>
                  <a:srgbClr val="8EA5B8"/>
                </a:solidFill>
                <a:latin typeface="Source Sans 3"/>
                <a:ea typeface="Source Sans 3"/>
                <a:cs typeface="Source Sans 3"/>
                <a:sym typeface="Source Sans 3"/>
              </a:endParaRPr>
            </a:p>
          </p:txBody>
        </p:sp>
      </p:grpSp>
      <p:sp>
        <p:nvSpPr>
          <p:cNvPr id="587" name="Google Shape;587;p28"/>
          <p:cNvSpPr/>
          <p:nvPr/>
        </p:nvSpPr>
        <p:spPr>
          <a:xfrm>
            <a:off x="3162300" y="2486025"/>
            <a:ext cx="57300" cy="76200"/>
          </a:xfrm>
          <a:custGeom>
            <a:rect b="b" l="l" r="r" t="t"/>
            <a:pathLst>
              <a:path extrusionOk="0" h="120000" w="120000">
                <a:moveTo>
                  <a:pt x="0" y="0"/>
                </a:moveTo>
                <a:lnTo>
                  <a:pt x="120000" y="60000"/>
                </a:lnTo>
                <a:lnTo>
                  <a:pt x="0" y="120000"/>
                </a:lnTo>
              </a:path>
            </a:pathLst>
          </a:custGeom>
          <a:solidFill>
            <a:srgbClr val="000000">
              <a:alpha val="0"/>
            </a:srgbClr>
          </a:solidFill>
          <a:ln cap="rnd" cmpd="sng" w="14300">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8" name="Google Shape;588;p28"/>
          <p:cNvGrpSpPr/>
          <p:nvPr/>
        </p:nvGrpSpPr>
        <p:grpSpPr>
          <a:xfrm>
            <a:off x="3257550" y="1333500"/>
            <a:ext cx="1238400" cy="2381400"/>
            <a:chOff x="0" y="0"/>
            <a:chExt cx="1238400" cy="2381400"/>
          </a:xfrm>
        </p:grpSpPr>
        <p:sp>
          <p:nvSpPr>
            <p:cNvPr id="589" name="Google Shape;589;p28"/>
            <p:cNvSpPr/>
            <p:nvPr/>
          </p:nvSpPr>
          <p:spPr>
            <a:xfrm>
              <a:off x="0" y="0"/>
              <a:ext cx="1238400" cy="2381400"/>
            </a:xfrm>
            <a:prstGeom prst="roundRect">
              <a:avLst>
                <a:gd fmla="val 6153" name="adj"/>
              </a:avLst>
            </a:prstGeom>
            <a:solidFill>
              <a:srgbClr val="0E2338"/>
            </a:solidFill>
            <a:ln cap="flat" cmpd="sng" w="14300">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28"/>
            <p:cNvSpPr/>
            <p:nvPr/>
          </p:nvSpPr>
          <p:spPr>
            <a:xfrm>
              <a:off x="114300" y="133350"/>
              <a:ext cx="324000" cy="190500"/>
            </a:xfrm>
            <a:prstGeom prst="roundRect">
              <a:avLst>
                <a:gd fmla="val 20000" name="adj"/>
              </a:avLst>
            </a:prstGeom>
            <a:solidFill>
              <a:srgbClr val="143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28"/>
            <p:cNvSpPr txBox="1"/>
            <p:nvPr/>
          </p:nvSpPr>
          <p:spPr>
            <a:xfrm>
              <a:off x="114300" y="133350"/>
              <a:ext cx="3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0C7D9"/>
                  </a:solidFill>
                  <a:latin typeface="Source Sans 3"/>
                  <a:ea typeface="Source Sans 3"/>
                  <a:cs typeface="Source Sans 3"/>
                  <a:sym typeface="Source Sans 3"/>
                </a:rPr>
                <a:t>03</a:t>
              </a:r>
              <a:endParaRPr b="1" sz="850">
                <a:solidFill>
                  <a:srgbClr val="20C7D9"/>
                </a:solidFill>
                <a:latin typeface="Source Sans 3"/>
                <a:ea typeface="Source Sans 3"/>
                <a:cs typeface="Source Sans 3"/>
                <a:sym typeface="Source Sans 3"/>
              </a:endParaRPr>
            </a:p>
          </p:txBody>
        </p:sp>
        <p:sp>
          <p:nvSpPr>
            <p:cNvPr id="592" name="Google Shape;592;p28"/>
            <p:cNvSpPr txBox="1"/>
            <p:nvPr/>
          </p:nvSpPr>
          <p:spPr>
            <a:xfrm>
              <a:off x="0" y="561848"/>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600">
                  <a:solidFill>
                    <a:srgbClr val="20C7D9"/>
                  </a:solidFill>
                  <a:latin typeface="Material Icons"/>
                  <a:ea typeface="Material Icons"/>
                  <a:cs typeface="Material Icons"/>
                  <a:sym typeface="Material Icons"/>
                </a:rPr>
                <a:t>tune</a:t>
              </a:r>
              <a:endParaRPr sz="2600">
                <a:solidFill>
                  <a:srgbClr val="20C7D9"/>
                </a:solidFill>
                <a:latin typeface="Material Icons"/>
                <a:ea typeface="Material Icons"/>
                <a:cs typeface="Material Icons"/>
                <a:sym typeface="Material Icons"/>
              </a:endParaRPr>
            </a:p>
          </p:txBody>
        </p:sp>
        <p:sp>
          <p:nvSpPr>
            <p:cNvPr id="593" name="Google Shape;593;p28"/>
            <p:cNvSpPr txBox="1"/>
            <p:nvPr/>
          </p:nvSpPr>
          <p:spPr>
            <a:xfrm>
              <a:off x="95250" y="1095375"/>
              <a:ext cx="1047900" cy="10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Parts &amp;</a:t>
              </a:r>
              <a:endParaRPr sz="1400">
                <a:solidFill>
                  <a:srgbClr val="FFFFFF"/>
                </a:solidFill>
                <a:latin typeface="Barlow Condensed"/>
                <a:ea typeface="Barlow Condensed"/>
                <a:cs typeface="Barlow Condensed"/>
                <a:sym typeface="Barlow Condensed"/>
              </a:endParaRPr>
            </a:p>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Calibration</a:t>
              </a:r>
              <a:endParaRPr sz="14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800">
                  <a:solidFill>
                    <a:srgbClr val="8EA5B8"/>
                  </a:solidFill>
                  <a:latin typeface="Source Sans 3"/>
                  <a:ea typeface="Source Sans 3"/>
                  <a:cs typeface="Source Sans 3"/>
                  <a:sym typeface="Source Sans 3"/>
                </a:rPr>
                <a:t>Precision alignment &amp; spares</a:t>
              </a:r>
              <a:endParaRPr b="0" sz="800">
                <a:solidFill>
                  <a:srgbClr val="8EA5B8"/>
                </a:solidFill>
                <a:latin typeface="Source Sans 3"/>
                <a:ea typeface="Source Sans 3"/>
                <a:cs typeface="Source Sans 3"/>
                <a:sym typeface="Source Sans 3"/>
              </a:endParaRPr>
            </a:p>
          </p:txBody>
        </p:sp>
      </p:grpSp>
      <p:sp>
        <p:nvSpPr>
          <p:cNvPr id="594" name="Google Shape;594;p28"/>
          <p:cNvSpPr/>
          <p:nvPr/>
        </p:nvSpPr>
        <p:spPr>
          <a:xfrm>
            <a:off x="4543425" y="2486025"/>
            <a:ext cx="57300" cy="76200"/>
          </a:xfrm>
          <a:custGeom>
            <a:rect b="b" l="l" r="r" t="t"/>
            <a:pathLst>
              <a:path extrusionOk="0" h="120000" w="120000">
                <a:moveTo>
                  <a:pt x="0" y="0"/>
                </a:moveTo>
                <a:lnTo>
                  <a:pt x="120000" y="60000"/>
                </a:lnTo>
                <a:lnTo>
                  <a:pt x="0" y="120000"/>
                </a:lnTo>
              </a:path>
            </a:pathLst>
          </a:custGeom>
          <a:solidFill>
            <a:srgbClr val="000000">
              <a:alpha val="0"/>
            </a:srgbClr>
          </a:solidFill>
          <a:ln cap="rnd" cmpd="sng" w="14300">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95" name="Google Shape;595;p28"/>
          <p:cNvGrpSpPr/>
          <p:nvPr/>
        </p:nvGrpSpPr>
        <p:grpSpPr>
          <a:xfrm>
            <a:off x="4638675" y="1333500"/>
            <a:ext cx="1238400" cy="2381400"/>
            <a:chOff x="0" y="0"/>
            <a:chExt cx="1238400" cy="2381400"/>
          </a:xfrm>
        </p:grpSpPr>
        <p:sp>
          <p:nvSpPr>
            <p:cNvPr id="596" name="Google Shape;596;p28"/>
            <p:cNvSpPr/>
            <p:nvPr/>
          </p:nvSpPr>
          <p:spPr>
            <a:xfrm>
              <a:off x="0" y="0"/>
              <a:ext cx="1238400" cy="2381400"/>
            </a:xfrm>
            <a:prstGeom prst="roundRect">
              <a:avLst>
                <a:gd fmla="val 6153" name="adj"/>
              </a:avLst>
            </a:prstGeom>
            <a:solidFill>
              <a:srgbClr val="0E2338"/>
            </a:solidFill>
            <a:ln cap="flat" cmpd="sng" w="14300">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28"/>
            <p:cNvSpPr/>
            <p:nvPr/>
          </p:nvSpPr>
          <p:spPr>
            <a:xfrm>
              <a:off x="114300" y="133350"/>
              <a:ext cx="324000" cy="190500"/>
            </a:xfrm>
            <a:prstGeom prst="roundRect">
              <a:avLst>
                <a:gd fmla="val 20000" name="adj"/>
              </a:avLst>
            </a:prstGeom>
            <a:solidFill>
              <a:srgbClr val="143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28"/>
            <p:cNvSpPr txBox="1"/>
            <p:nvPr/>
          </p:nvSpPr>
          <p:spPr>
            <a:xfrm>
              <a:off x="114300" y="133350"/>
              <a:ext cx="3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0C7D9"/>
                  </a:solidFill>
                  <a:latin typeface="Source Sans 3"/>
                  <a:ea typeface="Source Sans 3"/>
                  <a:cs typeface="Source Sans 3"/>
                  <a:sym typeface="Source Sans 3"/>
                </a:rPr>
                <a:t>04</a:t>
              </a:r>
              <a:endParaRPr b="1" sz="850">
                <a:solidFill>
                  <a:srgbClr val="20C7D9"/>
                </a:solidFill>
                <a:latin typeface="Source Sans 3"/>
                <a:ea typeface="Source Sans 3"/>
                <a:cs typeface="Source Sans 3"/>
                <a:sym typeface="Source Sans 3"/>
              </a:endParaRPr>
            </a:p>
          </p:txBody>
        </p:sp>
        <p:sp>
          <p:nvSpPr>
            <p:cNvPr id="599" name="Google Shape;599;p28"/>
            <p:cNvSpPr txBox="1"/>
            <p:nvPr/>
          </p:nvSpPr>
          <p:spPr>
            <a:xfrm>
              <a:off x="0" y="561848"/>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600">
                  <a:solidFill>
                    <a:srgbClr val="20C7D9"/>
                  </a:solidFill>
                  <a:latin typeface="Material Icons"/>
                  <a:ea typeface="Material Icons"/>
                  <a:cs typeface="Material Icons"/>
                  <a:sym typeface="Material Icons"/>
                </a:rPr>
                <a:t>verified</a:t>
              </a:r>
              <a:endParaRPr sz="2600">
                <a:solidFill>
                  <a:srgbClr val="20C7D9"/>
                </a:solidFill>
                <a:latin typeface="Material Icons"/>
                <a:ea typeface="Material Icons"/>
                <a:cs typeface="Material Icons"/>
                <a:sym typeface="Material Icons"/>
              </a:endParaRPr>
            </a:p>
          </p:txBody>
        </p:sp>
        <p:sp>
          <p:nvSpPr>
            <p:cNvPr id="600" name="Google Shape;600;p28"/>
            <p:cNvSpPr txBox="1"/>
            <p:nvPr/>
          </p:nvSpPr>
          <p:spPr>
            <a:xfrm>
              <a:off x="95250" y="1095375"/>
              <a:ext cx="1047900" cy="10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Process Support/</a:t>
              </a:r>
              <a:endParaRPr sz="1400">
                <a:solidFill>
                  <a:srgbClr val="FFFFFF"/>
                </a:solidFill>
                <a:latin typeface="Barlow Condensed"/>
                <a:ea typeface="Barlow Condensed"/>
                <a:cs typeface="Barlow Condensed"/>
                <a:sym typeface="Barlow Condensed"/>
              </a:endParaRPr>
            </a:p>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Qualification</a:t>
              </a:r>
              <a:endParaRPr sz="14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800">
                  <a:solidFill>
                    <a:srgbClr val="8EA5B8"/>
                  </a:solidFill>
                  <a:latin typeface="Source Sans 3"/>
                  <a:ea typeface="Source Sans 3"/>
                  <a:cs typeface="Source Sans 3"/>
                  <a:sym typeface="Source Sans 3"/>
                </a:rPr>
                <a:t>System verification &amp; fit</a:t>
              </a:r>
              <a:endParaRPr b="0" sz="800">
                <a:solidFill>
                  <a:srgbClr val="8EA5B8"/>
                </a:solidFill>
                <a:latin typeface="Source Sans 3"/>
                <a:ea typeface="Source Sans 3"/>
                <a:cs typeface="Source Sans 3"/>
                <a:sym typeface="Source Sans 3"/>
              </a:endParaRPr>
            </a:p>
          </p:txBody>
        </p:sp>
      </p:grpSp>
      <p:sp>
        <p:nvSpPr>
          <p:cNvPr id="601" name="Google Shape;601;p28"/>
          <p:cNvSpPr/>
          <p:nvPr/>
        </p:nvSpPr>
        <p:spPr>
          <a:xfrm>
            <a:off x="5924550" y="2486025"/>
            <a:ext cx="57300" cy="76200"/>
          </a:xfrm>
          <a:custGeom>
            <a:rect b="b" l="l" r="r" t="t"/>
            <a:pathLst>
              <a:path extrusionOk="0" h="120000" w="120000">
                <a:moveTo>
                  <a:pt x="0" y="0"/>
                </a:moveTo>
                <a:lnTo>
                  <a:pt x="120000" y="60000"/>
                </a:lnTo>
                <a:lnTo>
                  <a:pt x="0" y="120000"/>
                </a:lnTo>
              </a:path>
            </a:pathLst>
          </a:custGeom>
          <a:solidFill>
            <a:srgbClr val="000000">
              <a:alpha val="0"/>
            </a:srgbClr>
          </a:solidFill>
          <a:ln cap="rnd" cmpd="sng" w="14300">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02" name="Google Shape;602;p28"/>
          <p:cNvGrpSpPr/>
          <p:nvPr/>
        </p:nvGrpSpPr>
        <p:grpSpPr>
          <a:xfrm>
            <a:off x="6019800" y="1333500"/>
            <a:ext cx="1238400" cy="2381400"/>
            <a:chOff x="0" y="0"/>
            <a:chExt cx="1238400" cy="2381400"/>
          </a:xfrm>
        </p:grpSpPr>
        <p:sp>
          <p:nvSpPr>
            <p:cNvPr id="603" name="Google Shape;603;p28"/>
            <p:cNvSpPr/>
            <p:nvPr/>
          </p:nvSpPr>
          <p:spPr>
            <a:xfrm>
              <a:off x="0" y="0"/>
              <a:ext cx="1238400" cy="2381400"/>
            </a:xfrm>
            <a:prstGeom prst="roundRect">
              <a:avLst>
                <a:gd fmla="val 6153" name="adj"/>
              </a:avLst>
            </a:prstGeom>
            <a:solidFill>
              <a:srgbClr val="0E2338"/>
            </a:solidFill>
            <a:ln cap="flat" cmpd="sng" w="14300">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28"/>
            <p:cNvSpPr/>
            <p:nvPr/>
          </p:nvSpPr>
          <p:spPr>
            <a:xfrm>
              <a:off x="114300" y="133350"/>
              <a:ext cx="324000" cy="190500"/>
            </a:xfrm>
            <a:prstGeom prst="roundRect">
              <a:avLst>
                <a:gd fmla="val 20000" name="adj"/>
              </a:avLst>
            </a:prstGeom>
            <a:solidFill>
              <a:srgbClr val="143A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5" name="Google Shape;605;p28"/>
            <p:cNvSpPr txBox="1"/>
            <p:nvPr/>
          </p:nvSpPr>
          <p:spPr>
            <a:xfrm>
              <a:off x="114300" y="133350"/>
              <a:ext cx="3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20C7D9"/>
                  </a:solidFill>
                  <a:latin typeface="Source Sans 3"/>
                  <a:ea typeface="Source Sans 3"/>
                  <a:cs typeface="Source Sans 3"/>
                  <a:sym typeface="Source Sans 3"/>
                </a:rPr>
                <a:t>05</a:t>
              </a:r>
              <a:endParaRPr b="1" sz="850">
                <a:solidFill>
                  <a:srgbClr val="20C7D9"/>
                </a:solidFill>
                <a:latin typeface="Source Sans 3"/>
                <a:ea typeface="Source Sans 3"/>
                <a:cs typeface="Source Sans 3"/>
                <a:sym typeface="Source Sans 3"/>
              </a:endParaRPr>
            </a:p>
          </p:txBody>
        </p:sp>
        <p:sp>
          <p:nvSpPr>
            <p:cNvPr id="606" name="Google Shape;606;p28"/>
            <p:cNvSpPr txBox="1"/>
            <p:nvPr/>
          </p:nvSpPr>
          <p:spPr>
            <a:xfrm>
              <a:off x="0" y="561848"/>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600">
                  <a:solidFill>
                    <a:srgbClr val="20C7D9"/>
                  </a:solidFill>
                  <a:latin typeface="Material Icons"/>
                  <a:ea typeface="Material Icons"/>
                  <a:cs typeface="Material Icons"/>
                  <a:sym typeface="Material Icons"/>
                </a:rPr>
                <a:t>school</a:t>
              </a:r>
              <a:endParaRPr sz="2600">
                <a:solidFill>
                  <a:srgbClr val="20C7D9"/>
                </a:solidFill>
                <a:latin typeface="Material Icons"/>
                <a:ea typeface="Material Icons"/>
                <a:cs typeface="Material Icons"/>
                <a:sym typeface="Material Icons"/>
              </a:endParaRPr>
            </a:p>
          </p:txBody>
        </p:sp>
        <p:sp>
          <p:nvSpPr>
            <p:cNvPr id="607" name="Google Shape;607;p28"/>
            <p:cNvSpPr txBox="1"/>
            <p:nvPr/>
          </p:nvSpPr>
          <p:spPr>
            <a:xfrm>
              <a:off x="95250" y="1095375"/>
              <a:ext cx="1047900" cy="10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Training</a:t>
              </a:r>
              <a:endParaRPr sz="14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800">
                  <a:solidFill>
                    <a:srgbClr val="8EA5B8"/>
                  </a:solidFill>
                  <a:latin typeface="Source Sans 3"/>
                  <a:ea typeface="Source Sans 3"/>
                  <a:cs typeface="Source Sans 3"/>
                  <a:sym typeface="Source Sans 3"/>
                </a:rPr>
                <a:t>Empowering technical teams</a:t>
              </a:r>
              <a:endParaRPr b="0" sz="800">
                <a:solidFill>
                  <a:srgbClr val="8EA5B8"/>
                </a:solidFill>
                <a:latin typeface="Source Sans 3"/>
                <a:ea typeface="Source Sans 3"/>
                <a:cs typeface="Source Sans 3"/>
                <a:sym typeface="Source Sans 3"/>
              </a:endParaRPr>
            </a:p>
          </p:txBody>
        </p:sp>
      </p:grpSp>
      <p:sp>
        <p:nvSpPr>
          <p:cNvPr id="608" name="Google Shape;608;p28"/>
          <p:cNvSpPr/>
          <p:nvPr/>
        </p:nvSpPr>
        <p:spPr>
          <a:xfrm>
            <a:off x="7305675" y="2486025"/>
            <a:ext cx="57300" cy="76200"/>
          </a:xfrm>
          <a:custGeom>
            <a:rect b="b" l="l" r="r" t="t"/>
            <a:pathLst>
              <a:path extrusionOk="0" h="120000" w="120000">
                <a:moveTo>
                  <a:pt x="0" y="0"/>
                </a:moveTo>
                <a:lnTo>
                  <a:pt x="120000" y="60000"/>
                </a:lnTo>
                <a:lnTo>
                  <a:pt x="0" y="120000"/>
                </a:lnTo>
              </a:path>
            </a:pathLst>
          </a:custGeom>
          <a:solidFill>
            <a:srgbClr val="000000">
              <a:alpha val="0"/>
            </a:srgbClr>
          </a:solidFill>
          <a:ln cap="rnd" cmpd="sng" w="14300">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09" name="Google Shape;609;p28"/>
          <p:cNvGrpSpPr/>
          <p:nvPr/>
        </p:nvGrpSpPr>
        <p:grpSpPr>
          <a:xfrm>
            <a:off x="7400925" y="1333500"/>
            <a:ext cx="1238400" cy="2381400"/>
            <a:chOff x="0" y="0"/>
            <a:chExt cx="1238400" cy="2381400"/>
          </a:xfrm>
        </p:grpSpPr>
        <p:sp>
          <p:nvSpPr>
            <p:cNvPr id="610" name="Google Shape;610;p28"/>
            <p:cNvSpPr/>
            <p:nvPr/>
          </p:nvSpPr>
          <p:spPr>
            <a:xfrm>
              <a:off x="0" y="0"/>
              <a:ext cx="1238400" cy="2381400"/>
            </a:xfrm>
            <a:prstGeom prst="roundRect">
              <a:avLst>
                <a:gd fmla="val 6153" name="adj"/>
              </a:avLst>
            </a:prstGeom>
            <a:solidFill>
              <a:srgbClr val="123B59"/>
            </a:solidFill>
            <a:ln cap="flat" cmpd="sng" w="19050">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28"/>
            <p:cNvSpPr/>
            <p:nvPr/>
          </p:nvSpPr>
          <p:spPr>
            <a:xfrm>
              <a:off x="114300" y="133350"/>
              <a:ext cx="324000" cy="190500"/>
            </a:xfrm>
            <a:prstGeom prst="roundRect">
              <a:avLst>
                <a:gd fmla="val 2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28"/>
            <p:cNvSpPr txBox="1"/>
            <p:nvPr/>
          </p:nvSpPr>
          <p:spPr>
            <a:xfrm>
              <a:off x="114300" y="133350"/>
              <a:ext cx="3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71829"/>
                  </a:solidFill>
                  <a:latin typeface="Source Sans 3"/>
                  <a:ea typeface="Source Sans 3"/>
                  <a:cs typeface="Source Sans 3"/>
                  <a:sym typeface="Source Sans 3"/>
                </a:rPr>
                <a:t>06</a:t>
              </a:r>
              <a:endParaRPr b="1" sz="850">
                <a:solidFill>
                  <a:srgbClr val="071829"/>
                </a:solidFill>
                <a:latin typeface="Source Sans 3"/>
                <a:ea typeface="Source Sans 3"/>
                <a:cs typeface="Source Sans 3"/>
                <a:sym typeface="Source Sans 3"/>
              </a:endParaRPr>
            </a:p>
          </p:txBody>
        </p:sp>
        <p:sp>
          <p:nvSpPr>
            <p:cNvPr id="613" name="Google Shape;613;p28"/>
            <p:cNvSpPr txBox="1"/>
            <p:nvPr/>
          </p:nvSpPr>
          <p:spPr>
            <a:xfrm>
              <a:off x="0" y="561848"/>
              <a:ext cx="12384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600">
                  <a:solidFill>
                    <a:srgbClr val="20C7D9"/>
                  </a:solidFill>
                  <a:latin typeface="Material Icons"/>
                  <a:ea typeface="Material Icons"/>
                  <a:cs typeface="Material Icons"/>
                  <a:sym typeface="Material Icons"/>
                </a:rPr>
                <a:t>support_agent</a:t>
              </a:r>
              <a:endParaRPr sz="2600">
                <a:solidFill>
                  <a:srgbClr val="20C7D9"/>
                </a:solidFill>
                <a:latin typeface="Material Icons"/>
                <a:ea typeface="Material Icons"/>
                <a:cs typeface="Material Icons"/>
                <a:sym typeface="Material Icons"/>
              </a:endParaRPr>
            </a:p>
          </p:txBody>
        </p:sp>
        <p:sp>
          <p:nvSpPr>
            <p:cNvPr id="614" name="Google Shape;614;p28"/>
            <p:cNvSpPr txBox="1"/>
            <p:nvPr/>
          </p:nvSpPr>
          <p:spPr>
            <a:xfrm>
              <a:off x="95250" y="1095375"/>
              <a:ext cx="1047900" cy="109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After-Sales</a:t>
              </a:r>
              <a:endParaRPr sz="1400">
                <a:solidFill>
                  <a:srgbClr val="FFFFFF"/>
                </a:solidFill>
                <a:latin typeface="Barlow Condensed"/>
                <a:ea typeface="Barlow Condensed"/>
                <a:cs typeface="Barlow Condensed"/>
                <a:sym typeface="Barlow Condensed"/>
              </a:endParaRPr>
            </a:p>
            <a:p>
              <a:pPr indent="0" lvl="0" marL="0" rtl="0" algn="ctr">
                <a:spcBef>
                  <a:spcPts val="0"/>
                </a:spcBef>
                <a:spcAft>
                  <a:spcPts val="0"/>
                </a:spcAft>
                <a:buNone/>
              </a:pPr>
              <a:r>
                <a:rPr lang="en" sz="1400">
                  <a:solidFill>
                    <a:srgbClr val="FFFFFF"/>
                  </a:solidFill>
                  <a:latin typeface="Barlow Condensed"/>
                  <a:ea typeface="Barlow Condensed"/>
                  <a:cs typeface="Barlow Condensed"/>
                  <a:sym typeface="Barlow Condensed"/>
                </a:rPr>
                <a:t>Support</a:t>
              </a:r>
              <a:endParaRPr sz="1400">
                <a:solidFill>
                  <a:srgbClr val="FFFFFF"/>
                </a:solidFill>
                <a:latin typeface="Barlow Condensed"/>
                <a:ea typeface="Barlow Condensed"/>
                <a:cs typeface="Barlow Condensed"/>
                <a:sym typeface="Barlow Condensed"/>
              </a:endParaRPr>
            </a:p>
            <a:p>
              <a:pPr indent="0" lvl="0" marL="0" rtl="0" algn="ctr">
                <a:spcBef>
                  <a:spcPts val="600"/>
                </a:spcBef>
                <a:spcAft>
                  <a:spcPts val="0"/>
                </a:spcAft>
                <a:buNone/>
              </a:pPr>
              <a:r>
                <a:rPr b="0" lang="en" sz="800">
                  <a:solidFill>
                    <a:srgbClr val="B9C5CC"/>
                  </a:solidFill>
                  <a:latin typeface="Source Sans 3"/>
                  <a:ea typeface="Source Sans 3"/>
                  <a:cs typeface="Source Sans 3"/>
                  <a:sym typeface="Source Sans 3"/>
                </a:rPr>
                <a:t>Sustained long-term partnership</a:t>
              </a:r>
              <a:endParaRPr b="0" sz="800">
                <a:solidFill>
                  <a:srgbClr val="B9C5CC"/>
                </a:solidFill>
                <a:latin typeface="Source Sans 3"/>
                <a:ea typeface="Source Sans 3"/>
                <a:cs typeface="Source Sans 3"/>
                <a:sym typeface="Source Sans 3"/>
              </a:endParaRPr>
            </a:p>
          </p:txBody>
        </p:sp>
      </p:grpSp>
      <p:grpSp>
        <p:nvGrpSpPr>
          <p:cNvPr id="615" name="Google Shape;615;p28"/>
          <p:cNvGrpSpPr/>
          <p:nvPr/>
        </p:nvGrpSpPr>
        <p:grpSpPr>
          <a:xfrm>
            <a:off x="495300" y="3981450"/>
            <a:ext cx="8143800" cy="419100"/>
            <a:chOff x="0" y="0"/>
            <a:chExt cx="8143800" cy="419100"/>
          </a:xfrm>
        </p:grpSpPr>
        <p:sp>
          <p:nvSpPr>
            <p:cNvPr id="616" name="Google Shape;616;p28"/>
            <p:cNvSpPr/>
            <p:nvPr/>
          </p:nvSpPr>
          <p:spPr>
            <a:xfrm>
              <a:off x="0" y="0"/>
              <a:ext cx="8143800" cy="419100"/>
            </a:xfrm>
            <a:prstGeom prst="roundRect">
              <a:avLst>
                <a:gd fmla="val 13636" name="adj"/>
              </a:avLst>
            </a:prstGeom>
            <a:solidFill>
              <a:srgbClr val="0E2338"/>
            </a:solidFill>
            <a:ln cap="flat" cmpd="sng" w="9525">
              <a:solidFill>
                <a:srgbClr val="1D3B5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28"/>
            <p:cNvSpPr/>
            <p:nvPr/>
          </p:nvSpPr>
          <p:spPr>
            <a:xfrm>
              <a:off x="0" y="0"/>
              <a:ext cx="38100" cy="4191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28"/>
            <p:cNvSpPr txBox="1"/>
            <p:nvPr/>
          </p:nvSpPr>
          <p:spPr>
            <a:xfrm>
              <a:off x="171450" y="0"/>
              <a:ext cx="78105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E0F7FA"/>
                  </a:solidFill>
                  <a:latin typeface="Source Sans 3"/>
                  <a:ea typeface="Source Sans 3"/>
                  <a:cs typeface="Source Sans 3"/>
                  <a:sym typeface="Source Sans 3"/>
                </a:rPr>
                <a:t>A connected technical support path—from first assessment through sustained equipment support.</a:t>
              </a:r>
              <a:endParaRPr b="1" sz="1000">
                <a:solidFill>
                  <a:srgbClr val="E0F7FA"/>
                </a:solidFill>
                <a:latin typeface="Source Sans 3"/>
                <a:ea typeface="Source Sans 3"/>
                <a:cs typeface="Source Sans 3"/>
                <a:sym typeface="Source Sans 3"/>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622" name="Shape 622"/>
        <p:cNvGrpSpPr/>
        <p:nvPr/>
      </p:nvGrpSpPr>
      <p:grpSpPr>
        <a:xfrm>
          <a:off x="0" y="0"/>
          <a:ext cx="0" cy="0"/>
          <a:chOff x="0" y="0"/>
          <a:chExt cx="0" cy="0"/>
        </a:xfrm>
      </p:grpSpPr>
      <p:grpSp>
        <p:nvGrpSpPr>
          <p:cNvPr id="623" name="Google Shape;623;p29"/>
          <p:cNvGrpSpPr/>
          <p:nvPr/>
        </p:nvGrpSpPr>
        <p:grpSpPr>
          <a:xfrm>
            <a:off x="495300" y="266700"/>
            <a:ext cx="6667500" cy="638250"/>
            <a:chOff x="0" y="0"/>
            <a:chExt cx="6667500" cy="638250"/>
          </a:xfrm>
        </p:grpSpPr>
        <p:sp>
          <p:nvSpPr>
            <p:cNvPr id="624" name="Google Shape;624;p29"/>
            <p:cNvSpPr txBox="1"/>
            <p:nvPr/>
          </p:nvSpPr>
          <p:spPr>
            <a:xfrm>
              <a:off x="0" y="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145DA0"/>
                  </a:solidFill>
                  <a:latin typeface="Source Sans 3"/>
                  <a:ea typeface="Source Sans 3"/>
                  <a:cs typeface="Source Sans 3"/>
                  <a:sym typeface="Source Sans 3"/>
                </a:rPr>
                <a:t>CLM / 17</a:t>
              </a:r>
              <a:endParaRPr b="1" sz="800">
                <a:solidFill>
                  <a:srgbClr val="145DA0"/>
                </a:solidFill>
                <a:latin typeface="Source Sans 3"/>
                <a:ea typeface="Source Sans 3"/>
                <a:cs typeface="Source Sans 3"/>
                <a:sym typeface="Source Sans 3"/>
              </a:endParaRPr>
            </a:p>
          </p:txBody>
        </p:sp>
        <p:sp>
          <p:nvSpPr>
            <p:cNvPr id="625" name="Google Shape;625;p29"/>
            <p:cNvSpPr txBox="1"/>
            <p:nvPr/>
          </p:nvSpPr>
          <p:spPr>
            <a:xfrm>
              <a:off x="0" y="209550"/>
              <a:ext cx="66675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600">
                  <a:solidFill>
                    <a:srgbClr val="152534"/>
                  </a:solidFill>
                  <a:latin typeface="Barlow Condensed"/>
                  <a:ea typeface="Barlow Condensed"/>
                  <a:cs typeface="Barlow Condensed"/>
                  <a:sym typeface="Barlow Condensed"/>
                </a:rPr>
                <a:t>Let’s Build a Reliable Technical Partnership</a:t>
              </a:r>
              <a:endParaRPr b="1" sz="2600">
                <a:solidFill>
                  <a:srgbClr val="152534"/>
                </a:solidFill>
                <a:latin typeface="Barlow Condensed"/>
                <a:ea typeface="Barlow Condensed"/>
                <a:cs typeface="Barlow Condensed"/>
                <a:sym typeface="Barlow Condensed"/>
              </a:endParaRPr>
            </a:p>
          </p:txBody>
        </p:sp>
      </p:grpSp>
      <p:sp>
        <p:nvSpPr>
          <p:cNvPr id="626" name="Google Shape;626;p29"/>
          <p:cNvSpPr/>
          <p:nvPr/>
        </p:nvSpPr>
        <p:spPr>
          <a:xfrm>
            <a:off x="7429500" y="361950"/>
            <a:ext cx="1219200" cy="19200"/>
          </a:xfrm>
          <a:prstGeom prst="rect">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27" name="Google Shape;627;p29"/>
          <p:cNvGrpSpPr/>
          <p:nvPr/>
        </p:nvGrpSpPr>
        <p:grpSpPr>
          <a:xfrm>
            <a:off x="495300" y="1095375"/>
            <a:ext cx="3238500" cy="1428900"/>
            <a:chOff x="0" y="0"/>
            <a:chExt cx="3238500" cy="1428900"/>
          </a:xfrm>
        </p:grpSpPr>
        <p:sp>
          <p:nvSpPr>
            <p:cNvPr id="628" name="Google Shape;628;p29"/>
            <p:cNvSpPr/>
            <p:nvPr/>
          </p:nvSpPr>
          <p:spPr>
            <a:xfrm>
              <a:off x="0" y="0"/>
              <a:ext cx="32385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29"/>
            <p:cNvSpPr/>
            <p:nvPr/>
          </p:nvSpPr>
          <p:spPr>
            <a:xfrm>
              <a:off x="0" y="0"/>
              <a:ext cx="38100" cy="14289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29"/>
            <p:cNvSpPr txBox="1"/>
            <p:nvPr/>
          </p:nvSpPr>
          <p:spPr>
            <a:xfrm>
              <a:off x="228600" y="190500"/>
              <a:ext cx="27813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rgbClr val="145DA0"/>
                  </a:solidFill>
                  <a:latin typeface="Material Icons"/>
                  <a:ea typeface="Material Icons"/>
                  <a:cs typeface="Material Icons"/>
                  <a:sym typeface="Material Icons"/>
                </a:rPr>
                <a:t>location_on </a:t>
              </a:r>
              <a:r>
                <a:rPr b="1" lang="en" sz="900">
                  <a:solidFill>
                    <a:srgbClr val="145DA0"/>
                  </a:solidFill>
                  <a:latin typeface="Source Sans 3"/>
                  <a:ea typeface="Source Sans 3"/>
                  <a:cs typeface="Source Sans 3"/>
                  <a:sym typeface="Source Sans 3"/>
                </a:rPr>
                <a:t>ADDRESS</a:t>
              </a:r>
              <a:endParaRPr sz="2000">
                <a:solidFill>
                  <a:srgbClr val="145DA0"/>
                </a:solidFill>
                <a:latin typeface="Material Icons"/>
                <a:ea typeface="Material Icons"/>
                <a:cs typeface="Material Icons"/>
                <a:sym typeface="Material Icons"/>
              </a:endParaRPr>
            </a:p>
            <a:p>
              <a:pPr indent="0" lvl="0" marL="0" rtl="0" algn="l">
                <a:spcBef>
                  <a:spcPts val="600"/>
                </a:spcBef>
                <a:spcAft>
                  <a:spcPts val="0"/>
                </a:spcAft>
                <a:buNone/>
              </a:pPr>
              <a:r>
                <a:rPr b="0" lang="en" sz="1200">
                  <a:solidFill>
                    <a:srgbClr val="152534"/>
                  </a:solidFill>
                  <a:latin typeface="Source Sans 3 SemiBold"/>
                  <a:ea typeface="Source Sans 3 SemiBold"/>
                  <a:cs typeface="Source Sans 3 SemiBold"/>
                  <a:sym typeface="Source Sans 3 SemiBold"/>
                </a:rPr>
                <a:t>#9 Bayabas St. Mutual Homes Putatan,</a:t>
              </a:r>
              <a:endParaRPr b="0" sz="1200">
                <a:solidFill>
                  <a:srgbClr val="152534"/>
                </a:solidFill>
                <a:latin typeface="Source Sans 3 SemiBold"/>
                <a:ea typeface="Source Sans 3 SemiBold"/>
                <a:cs typeface="Source Sans 3 SemiBold"/>
                <a:sym typeface="Source Sans 3 SemiBold"/>
              </a:endParaRPr>
            </a:p>
            <a:p>
              <a:pPr indent="0" lvl="0" marL="0" rtl="0" algn="l">
                <a:spcBef>
                  <a:spcPts val="150"/>
                </a:spcBef>
                <a:spcAft>
                  <a:spcPts val="0"/>
                </a:spcAft>
                <a:buNone/>
              </a:pPr>
              <a:r>
                <a:rPr b="0" lang="en" sz="1200">
                  <a:solidFill>
                    <a:srgbClr val="152534"/>
                  </a:solidFill>
                  <a:latin typeface="Source Sans 3 SemiBold"/>
                  <a:ea typeface="Source Sans 3 SemiBold"/>
                  <a:cs typeface="Source Sans 3 SemiBold"/>
                  <a:sym typeface="Source Sans 3 SemiBold"/>
                </a:rPr>
                <a:t>Muntinlupa City</a:t>
              </a:r>
              <a:endParaRPr b="0" sz="1200">
                <a:solidFill>
                  <a:srgbClr val="152534"/>
                </a:solidFill>
                <a:latin typeface="Source Sans 3 SemiBold"/>
                <a:ea typeface="Source Sans 3 SemiBold"/>
                <a:cs typeface="Source Sans 3 SemiBold"/>
                <a:sym typeface="Source Sans 3 SemiBold"/>
              </a:endParaRPr>
            </a:p>
          </p:txBody>
        </p:sp>
      </p:grpSp>
      <p:grpSp>
        <p:nvGrpSpPr>
          <p:cNvPr id="631" name="Google Shape;631;p29"/>
          <p:cNvGrpSpPr/>
          <p:nvPr/>
        </p:nvGrpSpPr>
        <p:grpSpPr>
          <a:xfrm>
            <a:off x="495300" y="2667000"/>
            <a:ext cx="3238500" cy="1524000"/>
            <a:chOff x="0" y="0"/>
            <a:chExt cx="3238500" cy="1524000"/>
          </a:xfrm>
        </p:grpSpPr>
        <p:sp>
          <p:nvSpPr>
            <p:cNvPr id="632" name="Google Shape;632;p29"/>
            <p:cNvSpPr/>
            <p:nvPr/>
          </p:nvSpPr>
          <p:spPr>
            <a:xfrm>
              <a:off x="0" y="0"/>
              <a:ext cx="3238500" cy="1524000"/>
            </a:xfrm>
            <a:prstGeom prst="roundRect">
              <a:avLst>
                <a:gd fmla="val 5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29"/>
            <p:cNvSpPr/>
            <p:nvPr/>
          </p:nvSpPr>
          <p:spPr>
            <a:xfrm>
              <a:off x="0" y="0"/>
              <a:ext cx="38100" cy="15240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4" name="Google Shape;634;p29"/>
            <p:cNvSpPr txBox="1"/>
            <p:nvPr/>
          </p:nvSpPr>
          <p:spPr>
            <a:xfrm>
              <a:off x="228600" y="190500"/>
              <a:ext cx="2781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000">
                  <a:solidFill>
                    <a:srgbClr val="20C7D9"/>
                  </a:solidFill>
                  <a:latin typeface="Material Icons"/>
                  <a:ea typeface="Material Icons"/>
                  <a:cs typeface="Material Icons"/>
                  <a:sym typeface="Material Icons"/>
                </a:rPr>
                <a:t>contact_phone </a:t>
              </a:r>
              <a:r>
                <a:rPr b="1" lang="en" sz="900">
                  <a:solidFill>
                    <a:srgbClr val="145DA0"/>
                  </a:solidFill>
                  <a:latin typeface="Source Sans 3"/>
                  <a:ea typeface="Source Sans 3"/>
                  <a:cs typeface="Source Sans 3"/>
                  <a:sym typeface="Source Sans 3"/>
                </a:rPr>
                <a:t>CONTACT</a:t>
              </a:r>
              <a:endParaRPr sz="2000">
                <a:solidFill>
                  <a:srgbClr val="20C7D9"/>
                </a:solidFill>
                <a:latin typeface="Material Icons"/>
                <a:ea typeface="Material Icons"/>
                <a:cs typeface="Material Icons"/>
                <a:sym typeface="Material Icons"/>
              </a:endParaRPr>
            </a:p>
            <a:p>
              <a:pPr indent="0" lvl="0" marL="0" rtl="0" algn="l">
                <a:spcBef>
                  <a:spcPts val="600"/>
                </a:spcBef>
                <a:spcAft>
                  <a:spcPts val="0"/>
                </a:spcAft>
                <a:buNone/>
              </a:pPr>
              <a:r>
                <a:rPr b="0" lang="en" sz="1150">
                  <a:solidFill>
                    <a:srgbClr val="152534"/>
                  </a:solidFill>
                  <a:latin typeface="Source Sans 3 SemiBold"/>
                  <a:ea typeface="Source Sans 3 SemiBold"/>
                  <a:cs typeface="Source Sans 3 SemiBold"/>
                  <a:sym typeface="Source Sans 3 SemiBold"/>
                </a:rPr>
                <a:t>09979269559 · 88384882</a:t>
              </a:r>
              <a:endParaRPr b="0" sz="1150">
                <a:solidFill>
                  <a:srgbClr val="152534"/>
                </a:solidFill>
                <a:latin typeface="Source Sans 3 SemiBold"/>
                <a:ea typeface="Source Sans 3 SemiBold"/>
                <a:cs typeface="Source Sans 3 SemiBold"/>
                <a:sym typeface="Source Sans 3 SemiBold"/>
              </a:endParaRPr>
            </a:p>
            <a:p>
              <a:pPr indent="0" lvl="0" marL="0" rtl="0" algn="l">
                <a:spcBef>
                  <a:spcPts val="450"/>
                </a:spcBef>
                <a:spcAft>
                  <a:spcPts val="0"/>
                </a:spcAft>
                <a:buNone/>
              </a:pPr>
              <a:r>
                <a:rPr b="0" lang="en" sz="1150">
                  <a:solidFill>
                    <a:srgbClr val="145DA0"/>
                  </a:solidFill>
                  <a:latin typeface="Source Sans 3 SemiBold"/>
                  <a:ea typeface="Source Sans 3 SemiBold"/>
                  <a:cs typeface="Source Sans 3 SemiBold"/>
                  <a:sym typeface="Source Sans 3 SemiBold"/>
                </a:rPr>
                <a:t>er.canlas23@gmail.com</a:t>
              </a:r>
              <a:endParaRPr b="0" sz="1150">
                <a:solidFill>
                  <a:srgbClr val="145DA0"/>
                </a:solidFill>
                <a:latin typeface="Source Sans 3 SemiBold"/>
                <a:ea typeface="Source Sans 3 SemiBold"/>
                <a:cs typeface="Source Sans 3 SemiBold"/>
                <a:sym typeface="Source Sans 3 SemiBold"/>
              </a:endParaRPr>
            </a:p>
          </p:txBody>
        </p:sp>
      </p:grpSp>
      <p:grpSp>
        <p:nvGrpSpPr>
          <p:cNvPr id="635" name="Google Shape;635;p29"/>
          <p:cNvGrpSpPr/>
          <p:nvPr/>
        </p:nvGrpSpPr>
        <p:grpSpPr>
          <a:xfrm>
            <a:off x="3962400" y="1095375"/>
            <a:ext cx="4686300" cy="3095700"/>
            <a:chOff x="0" y="0"/>
            <a:chExt cx="4686300" cy="3095700"/>
          </a:xfrm>
        </p:grpSpPr>
        <p:sp>
          <p:nvSpPr>
            <p:cNvPr id="636" name="Google Shape;636;p29"/>
            <p:cNvSpPr/>
            <p:nvPr/>
          </p:nvSpPr>
          <p:spPr>
            <a:xfrm>
              <a:off x="0" y="0"/>
              <a:ext cx="4686300" cy="3095700"/>
            </a:xfrm>
            <a:prstGeom prst="roundRect">
              <a:avLst>
                <a:gd fmla="val 246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29"/>
            <p:cNvSpPr/>
            <p:nvPr/>
          </p:nvSpPr>
          <p:spPr>
            <a:xfrm>
              <a:off x="0" y="0"/>
              <a:ext cx="38100" cy="3095700"/>
            </a:xfrm>
            <a:prstGeom prst="roundRect">
              <a:avLst>
                <a:gd fmla="val 50000" name="adj"/>
              </a:avLst>
            </a:prstGeom>
            <a:solidFill>
              <a:srgbClr val="145DA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29"/>
            <p:cNvSpPr txBox="1"/>
            <p:nvPr/>
          </p:nvSpPr>
          <p:spPr>
            <a:xfrm>
              <a:off x="228600" y="171450"/>
              <a:ext cx="4229100" cy="26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145DA0"/>
                  </a:solidFill>
                  <a:latin typeface="Source Sans 3"/>
                  <a:ea typeface="Source Sans 3"/>
                  <a:cs typeface="Source Sans 3"/>
                  <a:sym typeface="Source Sans 3"/>
                </a:rPr>
                <a:t>MAIN SERVICE AREAS</a:t>
              </a:r>
              <a:endParaRPr b="1" sz="900">
                <a:solidFill>
                  <a:srgbClr val="145DA0"/>
                </a:solidFill>
                <a:latin typeface="Source Sans 3"/>
                <a:ea typeface="Source Sans 3"/>
                <a:cs typeface="Source Sans 3"/>
                <a:sym typeface="Source Sans 3"/>
              </a:endParaRPr>
            </a:p>
          </p:txBody>
        </p:sp>
        <p:grpSp>
          <p:nvGrpSpPr>
            <p:cNvPr id="639" name="Google Shape;639;p29"/>
            <p:cNvGrpSpPr/>
            <p:nvPr/>
          </p:nvGrpSpPr>
          <p:grpSpPr>
            <a:xfrm>
              <a:off x="228600" y="495300"/>
              <a:ext cx="2038500" cy="723900"/>
              <a:chOff x="0" y="0"/>
              <a:chExt cx="2038500" cy="723900"/>
            </a:xfrm>
          </p:grpSpPr>
          <p:sp>
            <p:nvSpPr>
              <p:cNvPr id="640" name="Google Shape;640;p29"/>
              <p:cNvSpPr/>
              <p:nvPr/>
            </p:nvSpPr>
            <p:spPr>
              <a:xfrm>
                <a:off x="0" y="0"/>
                <a:ext cx="2038500" cy="723900"/>
              </a:xfrm>
              <a:prstGeom prst="roundRect">
                <a:avLst>
                  <a:gd fmla="val 789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1" name="Google Shape;641;p29"/>
              <p:cNvSpPr txBox="1"/>
              <p:nvPr/>
            </p:nvSpPr>
            <p:spPr>
              <a:xfrm>
                <a:off x="133350" y="95250"/>
                <a:ext cx="1771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precision_manufacturing</a:t>
                </a:r>
                <a:endParaRPr sz="1400">
                  <a:solidFill>
                    <a:srgbClr val="20C7D9"/>
                  </a:solidFill>
                  <a:latin typeface="Material Icons"/>
                  <a:ea typeface="Material Icons"/>
                  <a:cs typeface="Material Icons"/>
                  <a:sym typeface="Material Icons"/>
                </a:endParaRPr>
              </a:p>
              <a:p>
                <a:pPr indent="0" lvl="0" marL="0" rtl="0" algn="l">
                  <a:spcBef>
                    <a:spcPts val="300"/>
                  </a:spcBef>
                  <a:spcAft>
                    <a:spcPts val="0"/>
                  </a:spcAft>
                  <a:buNone/>
                </a:pPr>
                <a:r>
                  <a:rPr b="1" lang="en" sz="900">
                    <a:solidFill>
                      <a:srgbClr val="152534"/>
                    </a:solidFill>
                    <a:latin typeface="Source Sans 3"/>
                    <a:ea typeface="Source Sans 3"/>
                    <a:cs typeface="Source Sans 3"/>
                    <a:sym typeface="Source Sans 3"/>
                  </a:rPr>
                  <a:t>Semiconductor &amp; Manufacturing</a:t>
                </a:r>
                <a:endParaRPr b="1" sz="900">
                  <a:solidFill>
                    <a:srgbClr val="152534"/>
                  </a:solidFill>
                  <a:latin typeface="Source Sans 3"/>
                  <a:ea typeface="Source Sans 3"/>
                  <a:cs typeface="Source Sans 3"/>
                  <a:sym typeface="Source Sans 3"/>
                </a:endParaRPr>
              </a:p>
            </p:txBody>
          </p:sp>
        </p:grpSp>
        <p:grpSp>
          <p:nvGrpSpPr>
            <p:cNvPr id="642" name="Google Shape;642;p29"/>
            <p:cNvGrpSpPr/>
            <p:nvPr/>
          </p:nvGrpSpPr>
          <p:grpSpPr>
            <a:xfrm>
              <a:off x="2419350" y="495300"/>
              <a:ext cx="2038500" cy="723900"/>
              <a:chOff x="0" y="0"/>
              <a:chExt cx="2038500" cy="723900"/>
            </a:xfrm>
          </p:grpSpPr>
          <p:sp>
            <p:nvSpPr>
              <p:cNvPr id="643" name="Google Shape;643;p29"/>
              <p:cNvSpPr/>
              <p:nvPr/>
            </p:nvSpPr>
            <p:spPr>
              <a:xfrm>
                <a:off x="0" y="0"/>
                <a:ext cx="2038500" cy="723900"/>
              </a:xfrm>
              <a:prstGeom prst="roundRect">
                <a:avLst>
                  <a:gd fmla="val 789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29"/>
              <p:cNvSpPr txBox="1"/>
              <p:nvPr/>
            </p:nvSpPr>
            <p:spPr>
              <a:xfrm>
                <a:off x="133350" y="95250"/>
                <a:ext cx="1771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400">
                    <a:solidFill>
                      <a:srgbClr val="145DA0"/>
                    </a:solidFill>
                    <a:latin typeface="Material Icons"/>
                    <a:ea typeface="Material Icons"/>
                    <a:cs typeface="Material Icons"/>
                    <a:sym typeface="Material Icons"/>
                  </a:rPr>
                  <a:t>build</a:t>
                </a:r>
                <a:endParaRPr sz="1400">
                  <a:solidFill>
                    <a:srgbClr val="145DA0"/>
                  </a:solidFill>
                  <a:latin typeface="Material Icons"/>
                  <a:ea typeface="Material Icons"/>
                  <a:cs typeface="Material Icons"/>
                  <a:sym typeface="Material Icons"/>
                </a:endParaRPr>
              </a:p>
              <a:p>
                <a:pPr indent="0" lvl="0" marL="0" rtl="0" algn="l">
                  <a:spcBef>
                    <a:spcPts val="300"/>
                  </a:spcBef>
                  <a:spcAft>
                    <a:spcPts val="0"/>
                  </a:spcAft>
                  <a:buNone/>
                </a:pPr>
                <a:r>
                  <a:rPr b="1" lang="en" sz="900">
                    <a:solidFill>
                      <a:srgbClr val="152534"/>
                    </a:solidFill>
                    <a:latin typeface="Source Sans 3"/>
                    <a:ea typeface="Source Sans 3"/>
                    <a:cs typeface="Source Sans 3"/>
                    <a:sym typeface="Source Sans 3"/>
                  </a:rPr>
                  <a:t>Equipment Maintenance &amp; Repair</a:t>
                </a:r>
                <a:endParaRPr b="1" sz="900">
                  <a:solidFill>
                    <a:srgbClr val="152534"/>
                  </a:solidFill>
                  <a:latin typeface="Source Sans 3"/>
                  <a:ea typeface="Source Sans 3"/>
                  <a:cs typeface="Source Sans 3"/>
                  <a:sym typeface="Source Sans 3"/>
                </a:endParaRPr>
              </a:p>
            </p:txBody>
          </p:sp>
        </p:grpSp>
        <p:grpSp>
          <p:nvGrpSpPr>
            <p:cNvPr id="645" name="Google Shape;645;p29"/>
            <p:cNvGrpSpPr/>
            <p:nvPr/>
          </p:nvGrpSpPr>
          <p:grpSpPr>
            <a:xfrm>
              <a:off x="228600" y="1314450"/>
              <a:ext cx="2038500" cy="723900"/>
              <a:chOff x="0" y="0"/>
              <a:chExt cx="2038500" cy="723900"/>
            </a:xfrm>
          </p:grpSpPr>
          <p:sp>
            <p:nvSpPr>
              <p:cNvPr id="646" name="Google Shape;646;p29"/>
              <p:cNvSpPr/>
              <p:nvPr/>
            </p:nvSpPr>
            <p:spPr>
              <a:xfrm>
                <a:off x="0" y="0"/>
                <a:ext cx="2038500" cy="723900"/>
              </a:xfrm>
              <a:prstGeom prst="roundRect">
                <a:avLst>
                  <a:gd fmla="val 789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7" name="Google Shape;647;p29"/>
              <p:cNvSpPr txBox="1"/>
              <p:nvPr/>
            </p:nvSpPr>
            <p:spPr>
              <a:xfrm>
                <a:off x="133350" y="95250"/>
                <a:ext cx="1771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400">
                    <a:solidFill>
                      <a:srgbClr val="145DA0"/>
                    </a:solidFill>
                    <a:latin typeface="Material Icons"/>
                    <a:ea typeface="Material Icons"/>
                    <a:cs typeface="Material Icons"/>
                    <a:sym typeface="Material Icons"/>
                  </a:rPr>
                  <a:t>inventory_2</a:t>
                </a:r>
                <a:endParaRPr sz="1400">
                  <a:solidFill>
                    <a:srgbClr val="145DA0"/>
                  </a:solidFill>
                  <a:latin typeface="Material Icons"/>
                  <a:ea typeface="Material Icons"/>
                  <a:cs typeface="Material Icons"/>
                  <a:sym typeface="Material Icons"/>
                </a:endParaRPr>
              </a:p>
              <a:p>
                <a:pPr indent="0" lvl="0" marL="0" rtl="0" algn="l">
                  <a:spcBef>
                    <a:spcPts val="300"/>
                  </a:spcBef>
                  <a:spcAft>
                    <a:spcPts val="0"/>
                  </a:spcAft>
                  <a:buNone/>
                </a:pPr>
                <a:r>
                  <a:rPr b="1" lang="en" sz="900">
                    <a:solidFill>
                      <a:srgbClr val="152534"/>
                    </a:solidFill>
                    <a:latin typeface="Source Sans 3"/>
                    <a:ea typeface="Source Sans 3"/>
                    <a:cs typeface="Source Sans 3"/>
                    <a:sym typeface="Source Sans 3"/>
                  </a:rPr>
                  <a:t>Spare Parts &amp; Components</a:t>
                </a:r>
                <a:endParaRPr b="1" sz="900">
                  <a:solidFill>
                    <a:srgbClr val="152534"/>
                  </a:solidFill>
                  <a:latin typeface="Source Sans 3"/>
                  <a:ea typeface="Source Sans 3"/>
                  <a:cs typeface="Source Sans 3"/>
                  <a:sym typeface="Source Sans 3"/>
                </a:endParaRPr>
              </a:p>
            </p:txBody>
          </p:sp>
        </p:grpSp>
        <p:grpSp>
          <p:nvGrpSpPr>
            <p:cNvPr id="648" name="Google Shape;648;p29"/>
            <p:cNvGrpSpPr/>
            <p:nvPr/>
          </p:nvGrpSpPr>
          <p:grpSpPr>
            <a:xfrm>
              <a:off x="2419350" y="1314450"/>
              <a:ext cx="2038500" cy="723900"/>
              <a:chOff x="0" y="0"/>
              <a:chExt cx="2038500" cy="723900"/>
            </a:xfrm>
          </p:grpSpPr>
          <p:sp>
            <p:nvSpPr>
              <p:cNvPr id="649" name="Google Shape;649;p29"/>
              <p:cNvSpPr/>
              <p:nvPr/>
            </p:nvSpPr>
            <p:spPr>
              <a:xfrm>
                <a:off x="0" y="0"/>
                <a:ext cx="2038500" cy="723900"/>
              </a:xfrm>
              <a:prstGeom prst="roundRect">
                <a:avLst>
                  <a:gd fmla="val 789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29"/>
              <p:cNvSpPr txBox="1"/>
              <p:nvPr/>
            </p:nvSpPr>
            <p:spPr>
              <a:xfrm>
                <a:off x="133350" y="95250"/>
                <a:ext cx="1771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memory</a:t>
                </a:r>
                <a:endParaRPr sz="1400">
                  <a:solidFill>
                    <a:srgbClr val="20C7D9"/>
                  </a:solidFill>
                  <a:latin typeface="Material Icons"/>
                  <a:ea typeface="Material Icons"/>
                  <a:cs typeface="Material Icons"/>
                  <a:sym typeface="Material Icons"/>
                </a:endParaRPr>
              </a:p>
              <a:p>
                <a:pPr indent="0" lvl="0" marL="0" rtl="0" algn="l">
                  <a:spcBef>
                    <a:spcPts val="300"/>
                  </a:spcBef>
                  <a:spcAft>
                    <a:spcPts val="0"/>
                  </a:spcAft>
                  <a:buNone/>
                </a:pPr>
                <a:r>
                  <a:rPr b="1" lang="en" sz="900">
                    <a:solidFill>
                      <a:srgbClr val="152534"/>
                    </a:solidFill>
                    <a:latin typeface="Source Sans 3"/>
                    <a:ea typeface="Source Sans 3"/>
                    <a:cs typeface="Source Sans 3"/>
                    <a:sym typeface="Source Sans 3"/>
                  </a:rPr>
                  <a:t>Board Repair</a:t>
                </a:r>
                <a:endParaRPr b="1" sz="900">
                  <a:solidFill>
                    <a:srgbClr val="152534"/>
                  </a:solidFill>
                  <a:latin typeface="Source Sans 3"/>
                  <a:ea typeface="Source Sans 3"/>
                  <a:cs typeface="Source Sans 3"/>
                  <a:sym typeface="Source Sans 3"/>
                </a:endParaRPr>
              </a:p>
            </p:txBody>
          </p:sp>
        </p:grpSp>
        <p:grpSp>
          <p:nvGrpSpPr>
            <p:cNvPr id="651" name="Google Shape;651;p29"/>
            <p:cNvGrpSpPr/>
            <p:nvPr/>
          </p:nvGrpSpPr>
          <p:grpSpPr>
            <a:xfrm>
              <a:off x="228600" y="2133600"/>
              <a:ext cx="2038500" cy="723900"/>
              <a:chOff x="0" y="0"/>
              <a:chExt cx="2038500" cy="723900"/>
            </a:xfrm>
          </p:grpSpPr>
          <p:sp>
            <p:nvSpPr>
              <p:cNvPr id="652" name="Google Shape;652;p29"/>
              <p:cNvSpPr/>
              <p:nvPr/>
            </p:nvSpPr>
            <p:spPr>
              <a:xfrm>
                <a:off x="0" y="0"/>
                <a:ext cx="2038500" cy="723900"/>
              </a:xfrm>
              <a:prstGeom prst="roundRect">
                <a:avLst>
                  <a:gd fmla="val 789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3" name="Google Shape;653;p29"/>
              <p:cNvSpPr txBox="1"/>
              <p:nvPr/>
            </p:nvSpPr>
            <p:spPr>
              <a:xfrm>
                <a:off x="133350" y="95250"/>
                <a:ext cx="1771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400">
                    <a:solidFill>
                      <a:srgbClr val="20C7D9"/>
                    </a:solidFill>
                    <a:latin typeface="Material Icons"/>
                    <a:ea typeface="Material Icons"/>
                    <a:cs typeface="Material Icons"/>
                    <a:sym typeface="Material Icons"/>
                  </a:rPr>
                  <a:t>school</a:t>
                </a:r>
                <a:endParaRPr sz="1400">
                  <a:solidFill>
                    <a:srgbClr val="20C7D9"/>
                  </a:solidFill>
                  <a:latin typeface="Material Icons"/>
                  <a:ea typeface="Material Icons"/>
                  <a:cs typeface="Material Icons"/>
                  <a:sym typeface="Material Icons"/>
                </a:endParaRPr>
              </a:p>
              <a:p>
                <a:pPr indent="0" lvl="0" marL="0" rtl="0" algn="l">
                  <a:spcBef>
                    <a:spcPts val="300"/>
                  </a:spcBef>
                  <a:spcAft>
                    <a:spcPts val="0"/>
                  </a:spcAft>
                  <a:buNone/>
                </a:pPr>
                <a:r>
                  <a:rPr b="1" lang="en" sz="900">
                    <a:solidFill>
                      <a:srgbClr val="152534"/>
                    </a:solidFill>
                    <a:latin typeface="Source Sans 3"/>
                    <a:ea typeface="Source Sans 3"/>
                    <a:cs typeface="Source Sans 3"/>
                    <a:sym typeface="Source Sans 3"/>
                  </a:rPr>
                  <a:t>Technical Training</a:t>
                </a:r>
                <a:endParaRPr b="1" sz="900">
                  <a:solidFill>
                    <a:srgbClr val="152534"/>
                  </a:solidFill>
                  <a:latin typeface="Source Sans 3"/>
                  <a:ea typeface="Source Sans 3"/>
                  <a:cs typeface="Source Sans 3"/>
                  <a:sym typeface="Source Sans 3"/>
                </a:endParaRPr>
              </a:p>
            </p:txBody>
          </p:sp>
        </p:grpSp>
        <p:grpSp>
          <p:nvGrpSpPr>
            <p:cNvPr id="654" name="Google Shape;654;p29"/>
            <p:cNvGrpSpPr/>
            <p:nvPr/>
          </p:nvGrpSpPr>
          <p:grpSpPr>
            <a:xfrm>
              <a:off x="2419350" y="2133600"/>
              <a:ext cx="2038500" cy="723900"/>
              <a:chOff x="0" y="0"/>
              <a:chExt cx="2038500" cy="723900"/>
            </a:xfrm>
          </p:grpSpPr>
          <p:sp>
            <p:nvSpPr>
              <p:cNvPr id="655" name="Google Shape;655;p29"/>
              <p:cNvSpPr/>
              <p:nvPr/>
            </p:nvSpPr>
            <p:spPr>
              <a:xfrm>
                <a:off x="0" y="0"/>
                <a:ext cx="2038500" cy="723900"/>
              </a:xfrm>
              <a:prstGeom prst="roundRect">
                <a:avLst>
                  <a:gd fmla="val 789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29"/>
              <p:cNvSpPr txBox="1"/>
              <p:nvPr/>
            </p:nvSpPr>
            <p:spPr>
              <a:xfrm>
                <a:off x="133350" y="95250"/>
                <a:ext cx="17718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400">
                    <a:solidFill>
                      <a:srgbClr val="145DA0"/>
                    </a:solidFill>
                    <a:latin typeface="Material Icons"/>
                    <a:ea typeface="Material Icons"/>
                    <a:cs typeface="Material Icons"/>
                    <a:sym typeface="Material Icons"/>
                  </a:rPr>
                  <a:t>support_agent</a:t>
                </a:r>
                <a:endParaRPr sz="1400">
                  <a:solidFill>
                    <a:srgbClr val="145DA0"/>
                  </a:solidFill>
                  <a:latin typeface="Material Icons"/>
                  <a:ea typeface="Material Icons"/>
                  <a:cs typeface="Material Icons"/>
                  <a:sym typeface="Material Icons"/>
                </a:endParaRPr>
              </a:p>
              <a:p>
                <a:pPr indent="0" lvl="0" marL="0" rtl="0" algn="l">
                  <a:spcBef>
                    <a:spcPts val="300"/>
                  </a:spcBef>
                  <a:spcAft>
                    <a:spcPts val="0"/>
                  </a:spcAft>
                  <a:buNone/>
                </a:pPr>
                <a:r>
                  <a:rPr b="1" lang="en" sz="900">
                    <a:solidFill>
                      <a:srgbClr val="152534"/>
                    </a:solidFill>
                    <a:latin typeface="Source Sans 3"/>
                    <a:ea typeface="Source Sans 3"/>
                    <a:cs typeface="Source Sans 3"/>
                    <a:sym typeface="Source Sans 3"/>
                  </a:rPr>
                  <a:t>After-Sales Support</a:t>
                </a:r>
                <a:endParaRPr b="1" sz="900">
                  <a:solidFill>
                    <a:srgbClr val="152534"/>
                  </a:solidFill>
                  <a:latin typeface="Source Sans 3"/>
                  <a:ea typeface="Source Sans 3"/>
                  <a:cs typeface="Source Sans 3"/>
                  <a:sym typeface="Source Sans 3"/>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829"/>
        </a:solidFill>
      </p:bgPr>
    </p:bg>
    <p:spTree>
      <p:nvGrpSpPr>
        <p:cNvPr id="660" name="Shape 660"/>
        <p:cNvGrpSpPr/>
        <p:nvPr/>
      </p:nvGrpSpPr>
      <p:grpSpPr>
        <a:xfrm>
          <a:off x="0" y="0"/>
          <a:ext cx="0" cy="0"/>
          <a:chOff x="0" y="0"/>
          <a:chExt cx="0" cy="0"/>
        </a:xfrm>
      </p:grpSpPr>
      <p:grpSp>
        <p:nvGrpSpPr>
          <p:cNvPr id="661" name="Google Shape;661;p30"/>
          <p:cNvGrpSpPr/>
          <p:nvPr/>
        </p:nvGrpSpPr>
        <p:grpSpPr>
          <a:xfrm>
            <a:off x="495300" y="428625"/>
            <a:ext cx="4229100" cy="228600"/>
            <a:chOff x="0" y="0"/>
            <a:chExt cx="4229100" cy="228600"/>
          </a:xfrm>
        </p:grpSpPr>
        <p:sp>
          <p:nvSpPr>
            <p:cNvPr id="662" name="Google Shape;662;p30"/>
            <p:cNvSpPr/>
            <p:nvPr/>
          </p:nvSpPr>
          <p:spPr>
            <a:xfrm>
              <a:off x="0" y="0"/>
              <a:ext cx="495300" cy="228600"/>
            </a:xfrm>
            <a:prstGeom prst="roundRect">
              <a:avLst>
                <a:gd fmla="val 16666" name="adj"/>
              </a:avLst>
            </a:prstGeom>
            <a:solidFill>
              <a:srgbClr val="0E2338"/>
            </a:solidFill>
            <a:ln cap="flat" cmpd="sng" w="9525">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30"/>
            <p:cNvSpPr txBox="1"/>
            <p:nvPr/>
          </p:nvSpPr>
          <p:spPr>
            <a:xfrm>
              <a:off x="0" y="0"/>
              <a:ext cx="4953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20C7D9"/>
                  </a:solidFill>
                  <a:latin typeface="Barlow Condensed"/>
                  <a:ea typeface="Barlow Condensed"/>
                  <a:cs typeface="Barlow Condensed"/>
                  <a:sym typeface="Barlow Condensed"/>
                </a:rPr>
                <a:t>CLM</a:t>
              </a:r>
              <a:endParaRPr b="1" sz="1100">
                <a:solidFill>
                  <a:srgbClr val="20C7D9"/>
                </a:solidFill>
                <a:latin typeface="Barlow Condensed"/>
                <a:ea typeface="Barlow Condensed"/>
                <a:cs typeface="Barlow Condensed"/>
                <a:sym typeface="Barlow Condensed"/>
              </a:endParaRPr>
            </a:p>
          </p:txBody>
        </p:sp>
        <p:sp>
          <p:nvSpPr>
            <p:cNvPr id="664" name="Google Shape;664;p30"/>
            <p:cNvSpPr txBox="1"/>
            <p:nvPr/>
          </p:nvSpPr>
          <p:spPr>
            <a:xfrm>
              <a:off x="609600" y="0"/>
              <a:ext cx="36195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50">
                  <a:solidFill>
                    <a:srgbClr val="20C7D9"/>
                  </a:solidFill>
                  <a:latin typeface="Source Sans 3"/>
                  <a:ea typeface="Source Sans 3"/>
                  <a:cs typeface="Source Sans 3"/>
                  <a:sym typeface="Source Sans 3"/>
                </a:rPr>
                <a:t>SEMICONDUCTOR &amp; MANUFACTURING TECHNICAL SERVICES</a:t>
              </a:r>
              <a:endParaRPr b="1" sz="750">
                <a:solidFill>
                  <a:srgbClr val="20C7D9"/>
                </a:solidFill>
                <a:latin typeface="Source Sans 3"/>
                <a:ea typeface="Source Sans 3"/>
                <a:cs typeface="Source Sans 3"/>
                <a:sym typeface="Source Sans 3"/>
              </a:endParaRPr>
            </a:p>
          </p:txBody>
        </p:sp>
      </p:grpSp>
      <p:grpSp>
        <p:nvGrpSpPr>
          <p:cNvPr id="665" name="Google Shape;665;p30"/>
          <p:cNvGrpSpPr/>
          <p:nvPr/>
        </p:nvGrpSpPr>
        <p:grpSpPr>
          <a:xfrm>
            <a:off x="495300" y="809625"/>
            <a:ext cx="4095900" cy="1152450"/>
            <a:chOff x="0" y="0"/>
            <a:chExt cx="4095900" cy="1152450"/>
          </a:xfrm>
        </p:grpSpPr>
        <p:sp>
          <p:nvSpPr>
            <p:cNvPr id="666" name="Google Shape;666;p30"/>
            <p:cNvSpPr txBox="1"/>
            <p:nvPr/>
          </p:nvSpPr>
          <p:spPr>
            <a:xfrm>
              <a:off x="0" y="0"/>
              <a:ext cx="4095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400">
                  <a:solidFill>
                    <a:srgbClr val="FFFFFF"/>
                  </a:solidFill>
                  <a:latin typeface="Barlow Condensed"/>
                  <a:ea typeface="Barlow Condensed"/>
                  <a:cs typeface="Barlow Condensed"/>
                  <a:sym typeface="Barlow Condensed"/>
                </a:rPr>
                <a:t>CLM Electronics</a:t>
              </a:r>
              <a:endParaRPr b="1" sz="3400">
                <a:solidFill>
                  <a:srgbClr val="FFFFFF"/>
                </a:solidFill>
                <a:latin typeface="Barlow Condensed"/>
                <a:ea typeface="Barlow Condensed"/>
                <a:cs typeface="Barlow Condensed"/>
                <a:sym typeface="Barlow Condensed"/>
              </a:endParaRPr>
            </a:p>
            <a:p>
              <a:pPr indent="0" lvl="0" marL="0" rtl="0" algn="l">
                <a:spcBef>
                  <a:spcPts val="0"/>
                </a:spcBef>
                <a:spcAft>
                  <a:spcPts val="0"/>
                </a:spcAft>
                <a:buNone/>
              </a:pPr>
              <a:r>
                <a:rPr b="1" lang="en" sz="3400">
                  <a:solidFill>
                    <a:srgbClr val="20C7D9"/>
                  </a:solidFill>
                  <a:latin typeface="Barlow Condensed"/>
                  <a:ea typeface="Barlow Condensed"/>
                  <a:cs typeface="Barlow Condensed"/>
                  <a:sym typeface="Barlow Condensed"/>
                </a:rPr>
                <a:t>Engineering Services</a:t>
              </a:r>
              <a:endParaRPr b="1" sz="3400">
                <a:solidFill>
                  <a:srgbClr val="20C7D9"/>
                </a:solidFill>
                <a:latin typeface="Barlow Condensed"/>
                <a:ea typeface="Barlow Condensed"/>
                <a:cs typeface="Barlow Condensed"/>
                <a:sym typeface="Barlow Condensed"/>
              </a:endParaRPr>
            </a:p>
          </p:txBody>
        </p:sp>
        <p:sp>
          <p:nvSpPr>
            <p:cNvPr id="667" name="Google Shape;667;p30"/>
            <p:cNvSpPr/>
            <p:nvPr/>
          </p:nvSpPr>
          <p:spPr>
            <a:xfrm>
              <a:off x="0" y="1123950"/>
              <a:ext cx="666900" cy="285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68" name="Google Shape;668;p30"/>
          <p:cNvGrpSpPr/>
          <p:nvPr/>
        </p:nvGrpSpPr>
        <p:grpSpPr>
          <a:xfrm>
            <a:off x="495300" y="2190750"/>
            <a:ext cx="4095900" cy="609600"/>
            <a:chOff x="0" y="0"/>
            <a:chExt cx="4095900" cy="609600"/>
          </a:xfrm>
        </p:grpSpPr>
        <p:sp>
          <p:nvSpPr>
            <p:cNvPr id="669" name="Google Shape;669;p30"/>
            <p:cNvSpPr/>
            <p:nvPr/>
          </p:nvSpPr>
          <p:spPr>
            <a:xfrm>
              <a:off x="0" y="0"/>
              <a:ext cx="4095900" cy="609600"/>
            </a:xfrm>
            <a:prstGeom prst="roundRect">
              <a:avLst>
                <a:gd fmla="val 9375" name="adj"/>
              </a:avLst>
            </a:prstGeom>
            <a:solidFill>
              <a:srgbClr val="0E2338"/>
            </a:solidFill>
            <a:ln cap="flat" cmpd="sng" w="9525">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30"/>
            <p:cNvSpPr/>
            <p:nvPr/>
          </p:nvSpPr>
          <p:spPr>
            <a:xfrm>
              <a:off x="0" y="0"/>
              <a:ext cx="38100" cy="6096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30"/>
            <p:cNvSpPr txBox="1"/>
            <p:nvPr/>
          </p:nvSpPr>
          <p:spPr>
            <a:xfrm>
              <a:off x="152400" y="0"/>
              <a:ext cx="37911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20C7D9"/>
                  </a:solidFill>
                  <a:latin typeface="Material Icons"/>
                  <a:ea typeface="Material Icons"/>
                  <a:cs typeface="Material Icons"/>
                  <a:sym typeface="Material Icons"/>
                </a:rPr>
                <a:t>analytics </a:t>
              </a:r>
              <a:r>
                <a:rPr b="1" lang="en" sz="1300">
                  <a:solidFill>
                    <a:srgbClr val="FFFFFF"/>
                  </a:solidFill>
                  <a:latin typeface="Barlow Condensed"/>
                  <a:ea typeface="Barlow Condensed"/>
                  <a:cs typeface="Barlow Condensed"/>
                  <a:sym typeface="Barlow Condensed"/>
                </a:rPr>
                <a:t>TECHNICAL SOLUTIONS</a:t>
              </a:r>
              <a:endParaRPr b="0" sz="1600">
                <a:solidFill>
                  <a:srgbClr val="20C7D9"/>
                </a:solidFill>
                <a:latin typeface="Material Icons"/>
                <a:ea typeface="Material Icons"/>
                <a:cs typeface="Material Icons"/>
                <a:sym typeface="Material Icons"/>
              </a:endParaRPr>
            </a:p>
            <a:p>
              <a:pPr indent="0" lvl="0" marL="0" rtl="0" algn="l">
                <a:spcBef>
                  <a:spcPts val="200"/>
                </a:spcBef>
                <a:spcAft>
                  <a:spcPts val="0"/>
                </a:spcAft>
                <a:buNone/>
              </a:pPr>
              <a:r>
                <a:rPr b="0" lang="en" sz="850">
                  <a:solidFill>
                    <a:srgbClr val="8EA5B8"/>
                  </a:solidFill>
                  <a:latin typeface="Source Sans 3"/>
                  <a:ea typeface="Source Sans 3"/>
                  <a:cs typeface="Source Sans 3"/>
                  <a:sym typeface="Source Sans 3"/>
                </a:rPr>
                <a:t>Precision engineering &amp; specialized semiconductor toolsets.</a:t>
              </a:r>
              <a:endParaRPr b="0" sz="850">
                <a:solidFill>
                  <a:srgbClr val="8EA5B8"/>
                </a:solidFill>
                <a:latin typeface="Source Sans 3"/>
                <a:ea typeface="Source Sans 3"/>
                <a:cs typeface="Source Sans 3"/>
                <a:sym typeface="Source Sans 3"/>
              </a:endParaRPr>
            </a:p>
          </p:txBody>
        </p:sp>
      </p:grpSp>
      <p:grpSp>
        <p:nvGrpSpPr>
          <p:cNvPr id="672" name="Google Shape;672;p30"/>
          <p:cNvGrpSpPr/>
          <p:nvPr/>
        </p:nvGrpSpPr>
        <p:grpSpPr>
          <a:xfrm>
            <a:off x="495300" y="2914650"/>
            <a:ext cx="4095900" cy="609600"/>
            <a:chOff x="0" y="0"/>
            <a:chExt cx="4095900" cy="609600"/>
          </a:xfrm>
        </p:grpSpPr>
        <p:sp>
          <p:nvSpPr>
            <p:cNvPr id="673" name="Google Shape;673;p30"/>
            <p:cNvSpPr/>
            <p:nvPr/>
          </p:nvSpPr>
          <p:spPr>
            <a:xfrm>
              <a:off x="0" y="0"/>
              <a:ext cx="4095900" cy="609600"/>
            </a:xfrm>
            <a:prstGeom prst="roundRect">
              <a:avLst>
                <a:gd fmla="val 9375" name="adj"/>
              </a:avLst>
            </a:prstGeom>
            <a:solidFill>
              <a:srgbClr val="0E2338"/>
            </a:solidFill>
            <a:ln cap="flat" cmpd="sng" w="9525">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30"/>
            <p:cNvSpPr/>
            <p:nvPr/>
          </p:nvSpPr>
          <p:spPr>
            <a:xfrm>
              <a:off x="0" y="0"/>
              <a:ext cx="38100" cy="6096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30"/>
            <p:cNvSpPr txBox="1"/>
            <p:nvPr/>
          </p:nvSpPr>
          <p:spPr>
            <a:xfrm>
              <a:off x="152400" y="0"/>
              <a:ext cx="37911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20C7D9"/>
                  </a:solidFill>
                  <a:latin typeface="Material Icons"/>
                  <a:ea typeface="Material Icons"/>
                  <a:cs typeface="Material Icons"/>
                  <a:sym typeface="Material Icons"/>
                </a:rPr>
                <a:t>headset_mic </a:t>
              </a:r>
              <a:r>
                <a:rPr b="1" lang="en" sz="1300">
                  <a:solidFill>
                    <a:srgbClr val="FFFFFF"/>
                  </a:solidFill>
                  <a:latin typeface="Barlow Condensed"/>
                  <a:ea typeface="Barlow Condensed"/>
                  <a:cs typeface="Barlow Condensed"/>
                  <a:sym typeface="Barlow Condensed"/>
                </a:rPr>
                <a:t>RELIABLE SUPPORT</a:t>
              </a:r>
              <a:endParaRPr b="0" sz="1600">
                <a:solidFill>
                  <a:srgbClr val="20C7D9"/>
                </a:solidFill>
                <a:latin typeface="Material Icons"/>
                <a:ea typeface="Material Icons"/>
                <a:cs typeface="Material Icons"/>
                <a:sym typeface="Material Icons"/>
              </a:endParaRPr>
            </a:p>
            <a:p>
              <a:pPr indent="0" lvl="0" marL="0" rtl="0" algn="l">
                <a:spcBef>
                  <a:spcPts val="200"/>
                </a:spcBef>
                <a:spcAft>
                  <a:spcPts val="0"/>
                </a:spcAft>
                <a:buNone/>
              </a:pPr>
              <a:r>
                <a:rPr b="0" lang="en" sz="850">
                  <a:solidFill>
                    <a:srgbClr val="8EA5B8"/>
                  </a:solidFill>
                  <a:latin typeface="Source Sans 3"/>
                  <a:ea typeface="Source Sans 3"/>
                  <a:cs typeface="Source Sans 3"/>
                  <a:sym typeface="Source Sans 3"/>
                </a:rPr>
                <a:t>Responsive expert troubleshooting to minimize critical downtime.</a:t>
              </a:r>
              <a:endParaRPr b="0" sz="850">
                <a:solidFill>
                  <a:srgbClr val="8EA5B8"/>
                </a:solidFill>
                <a:latin typeface="Source Sans 3"/>
                <a:ea typeface="Source Sans 3"/>
                <a:cs typeface="Source Sans 3"/>
                <a:sym typeface="Source Sans 3"/>
              </a:endParaRPr>
            </a:p>
          </p:txBody>
        </p:sp>
      </p:grpSp>
      <p:grpSp>
        <p:nvGrpSpPr>
          <p:cNvPr id="676" name="Google Shape;676;p30"/>
          <p:cNvGrpSpPr/>
          <p:nvPr/>
        </p:nvGrpSpPr>
        <p:grpSpPr>
          <a:xfrm>
            <a:off x="495300" y="3638550"/>
            <a:ext cx="4095900" cy="609600"/>
            <a:chOff x="0" y="0"/>
            <a:chExt cx="4095900" cy="609600"/>
          </a:xfrm>
        </p:grpSpPr>
        <p:sp>
          <p:nvSpPr>
            <p:cNvPr id="677" name="Google Shape;677;p30"/>
            <p:cNvSpPr/>
            <p:nvPr/>
          </p:nvSpPr>
          <p:spPr>
            <a:xfrm>
              <a:off x="0" y="0"/>
              <a:ext cx="4095900" cy="609600"/>
            </a:xfrm>
            <a:prstGeom prst="roundRect">
              <a:avLst>
                <a:gd fmla="val 9375" name="adj"/>
              </a:avLst>
            </a:prstGeom>
            <a:solidFill>
              <a:srgbClr val="0E2338"/>
            </a:solidFill>
            <a:ln cap="flat" cmpd="sng" w="9525">
              <a:solidFill>
                <a:srgbClr val="1A3B5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30"/>
            <p:cNvSpPr/>
            <p:nvPr/>
          </p:nvSpPr>
          <p:spPr>
            <a:xfrm>
              <a:off x="0" y="0"/>
              <a:ext cx="38100" cy="609600"/>
            </a:xfrm>
            <a:prstGeom prst="roundRect">
              <a:avLst>
                <a:gd fmla="val 50000" name="adj"/>
              </a:avLst>
            </a:prstGeom>
            <a:solidFill>
              <a:srgbClr val="20C7D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30"/>
            <p:cNvSpPr txBox="1"/>
            <p:nvPr/>
          </p:nvSpPr>
          <p:spPr>
            <a:xfrm>
              <a:off x="152400" y="0"/>
              <a:ext cx="37911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20C7D9"/>
                  </a:solidFill>
                  <a:latin typeface="Material Icons"/>
                  <a:ea typeface="Material Icons"/>
                  <a:cs typeface="Material Icons"/>
                  <a:sym typeface="Material Icons"/>
                </a:rPr>
                <a:t>handshake </a:t>
              </a:r>
              <a:r>
                <a:rPr b="1" lang="en" sz="1300">
                  <a:solidFill>
                    <a:srgbClr val="FFFFFF"/>
                  </a:solidFill>
                  <a:latin typeface="Barlow Condensed"/>
                  <a:ea typeface="Barlow Condensed"/>
                  <a:cs typeface="Barlow Condensed"/>
                  <a:sym typeface="Barlow Condensed"/>
                </a:rPr>
                <a:t>LONG-TERM PARTNERSHIPS</a:t>
              </a:r>
              <a:endParaRPr b="0" sz="1600">
                <a:solidFill>
                  <a:srgbClr val="20C7D9"/>
                </a:solidFill>
                <a:latin typeface="Material Icons"/>
                <a:ea typeface="Material Icons"/>
                <a:cs typeface="Material Icons"/>
                <a:sym typeface="Material Icons"/>
              </a:endParaRPr>
            </a:p>
            <a:p>
              <a:pPr indent="0" lvl="0" marL="0" rtl="0" algn="l">
                <a:spcBef>
                  <a:spcPts val="200"/>
                </a:spcBef>
                <a:spcAft>
                  <a:spcPts val="0"/>
                </a:spcAft>
                <a:buNone/>
              </a:pPr>
              <a:r>
                <a:rPr b="0" lang="en" sz="850">
                  <a:solidFill>
                    <a:srgbClr val="8EA5B8"/>
                  </a:solidFill>
                  <a:latin typeface="Source Sans 3"/>
                  <a:ea typeface="Source Sans 3"/>
                  <a:cs typeface="Source Sans 3"/>
                  <a:sym typeface="Source Sans 3"/>
                </a:rPr>
                <a:t>Building trusted, ongoing relationships across equipment lifecycles.</a:t>
              </a:r>
              <a:endParaRPr b="0" sz="850">
                <a:solidFill>
                  <a:srgbClr val="8EA5B8"/>
                </a:solidFill>
                <a:latin typeface="Source Sans 3"/>
                <a:ea typeface="Source Sans 3"/>
                <a:cs typeface="Source Sans 3"/>
                <a:sym typeface="Source Sans 3"/>
              </a:endParaRPr>
            </a:p>
          </p:txBody>
        </p:sp>
      </p:grpSp>
      <p:sp>
        <p:nvSpPr>
          <p:cNvPr id="680" name="Google Shape;680;p30"/>
          <p:cNvSpPr/>
          <p:nvPr/>
        </p:nvSpPr>
        <p:spPr>
          <a:xfrm>
            <a:off x="4991100" y="428625"/>
            <a:ext cx="3505200" cy="300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681" name="Google Shape;681;p30"/>
          <p:cNvGrpSpPr/>
          <p:nvPr/>
        </p:nvGrpSpPr>
        <p:grpSpPr>
          <a:xfrm>
            <a:off x="4991100" y="3619500"/>
            <a:ext cx="3505200" cy="476400"/>
            <a:chOff x="0" y="0"/>
            <a:chExt cx="3505200" cy="476400"/>
          </a:xfrm>
        </p:grpSpPr>
        <p:sp>
          <p:nvSpPr>
            <p:cNvPr id="682" name="Google Shape;682;p30"/>
            <p:cNvSpPr/>
            <p:nvPr/>
          </p:nvSpPr>
          <p:spPr>
            <a:xfrm>
              <a:off x="0" y="0"/>
              <a:ext cx="3505200" cy="476400"/>
            </a:xfrm>
            <a:prstGeom prst="roundRect">
              <a:avLst>
                <a:gd fmla="val 12000" name="adj"/>
              </a:avLst>
            </a:prstGeom>
            <a:solidFill>
              <a:srgbClr val="071829">
                <a:alpha val="90000"/>
              </a:srgbClr>
            </a:solidFill>
            <a:ln cap="flat" cmpd="sng" w="9525">
              <a:solidFill>
                <a:srgbClr val="20C7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30"/>
            <p:cNvSpPr txBox="1"/>
            <p:nvPr/>
          </p:nvSpPr>
          <p:spPr>
            <a:xfrm>
              <a:off x="114300" y="0"/>
              <a:ext cx="32766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E0F7FA"/>
                  </a:solidFill>
                  <a:latin typeface="Source Sans 3 SemiBold"/>
                  <a:ea typeface="Source Sans 3 SemiBold"/>
                  <a:cs typeface="Source Sans 3 SemiBold"/>
                  <a:sym typeface="Source Sans 3 SemiBold"/>
                </a:rPr>
                <a:t>High-Precision Engineering &amp; Equipment Technical Services</a:t>
              </a:r>
              <a:endParaRPr b="0" sz="850">
                <a:solidFill>
                  <a:srgbClr val="E0F7FA"/>
                </a:solidFill>
                <a:latin typeface="Source Sans 3 SemiBold"/>
                <a:ea typeface="Source Sans 3 SemiBold"/>
                <a:cs typeface="Source Sans 3 SemiBold"/>
                <a:sym typeface="Source Sans 3 SemiBold"/>
              </a:endParaRPr>
            </a:p>
          </p:txBody>
        </p:sp>
      </p:grpSp>
      <p:pic>
        <p:nvPicPr>
          <p:cNvPr id="684" name="Google Shape;684;p30" title="ed341f06-4144-4cbf-ab55-d91af959d9ea.jpg"/>
          <p:cNvPicPr preferRelativeResize="0"/>
          <p:nvPr/>
        </p:nvPicPr>
        <p:blipFill rotWithShape="1">
          <a:blip r:embed="rId3">
            <a:alphaModFix/>
          </a:blip>
          <a:srcRect b="-11999" l="41033" r="1851" t="24479"/>
          <a:stretch/>
        </p:blipFill>
        <p:spPr>
          <a:xfrm>
            <a:off x="4991100" y="428625"/>
            <a:ext cx="3505201" cy="3000300"/>
          </a:xfrm>
          <a:prstGeom prst="rect">
            <a:avLst/>
          </a:prstGeom>
          <a:noFill/>
          <a:ln>
            <a:noFill/>
          </a:ln>
        </p:spPr>
      </p:pic>
      <p:sp>
        <p:nvSpPr>
          <p:cNvPr id="685" name="Google Shape;685;p30"/>
          <p:cNvSpPr/>
          <p:nvPr/>
        </p:nvSpPr>
        <p:spPr>
          <a:xfrm>
            <a:off x="4991283" y="1950819"/>
            <a:ext cx="3505352" cy="1478288"/>
          </a:xfrm>
          <a:prstGeom prst="rect">
            <a:avLst/>
          </a:prstGeom>
          <a:gradFill>
            <a:gsLst>
              <a:gs pos="0">
                <a:srgbClr val="FFFFFF"/>
              </a:gs>
              <a:gs pos="100000">
                <a:srgbClr val="B3B3B3"/>
              </a:gs>
            </a:gsLst>
            <a:lin ang="5400012" scaled="0"/>
          </a:gradFill>
          <a:ln>
            <a:noFill/>
          </a:ln>
        </p:spPr>
        <p:txBody>
          <a:bodyPr anchorCtr="0" anchor="ctr" bIns="82450" lIns="82450" spcFirstLastPara="1" rIns="82450" wrap="square" tIns="82450">
            <a:noAutofit/>
          </a:bodyPr>
          <a:lstStyle/>
          <a:p>
            <a:pPr indent="0" lvl="0" marL="0" rtl="0" algn="ctr">
              <a:spcBef>
                <a:spcPts val="0"/>
              </a:spcBef>
              <a:spcAft>
                <a:spcPts val="0"/>
              </a:spcAft>
              <a:buNone/>
            </a:pPr>
            <a:r>
              <a:t/>
            </a:r>
            <a:endParaRPr sz="1263">
              <a:latin typeface="Calibri"/>
              <a:ea typeface="Calibri"/>
              <a:cs typeface="Calibri"/>
              <a:sym typeface="Calibri"/>
            </a:endParaRPr>
          </a:p>
        </p:txBody>
      </p:sp>
      <p:pic>
        <p:nvPicPr>
          <p:cNvPr id="686" name="Google Shape;686;p30" title="asmf.png"/>
          <p:cNvPicPr preferRelativeResize="0"/>
          <p:nvPr/>
        </p:nvPicPr>
        <p:blipFill rotWithShape="1">
          <a:blip r:embed="rId4">
            <a:alphaModFix/>
          </a:blip>
          <a:srcRect b="24373" l="0" r="0" t="25269"/>
          <a:stretch/>
        </p:blipFill>
        <p:spPr>
          <a:xfrm>
            <a:off x="5086918" y="2150883"/>
            <a:ext cx="938801" cy="356178"/>
          </a:xfrm>
          <a:prstGeom prst="rect">
            <a:avLst/>
          </a:prstGeom>
          <a:noFill/>
          <a:ln>
            <a:noFill/>
          </a:ln>
        </p:spPr>
      </p:pic>
      <p:pic>
        <p:nvPicPr>
          <p:cNvPr id="687" name="Google Shape;687;p30" title="besif.png"/>
          <p:cNvPicPr preferRelativeResize="0"/>
          <p:nvPr/>
        </p:nvPicPr>
        <p:blipFill>
          <a:blip r:embed="rId5">
            <a:alphaModFix/>
          </a:blip>
          <a:stretch>
            <a:fillRect/>
          </a:stretch>
        </p:blipFill>
        <p:spPr>
          <a:xfrm>
            <a:off x="7458907" y="2037084"/>
            <a:ext cx="1003994" cy="583783"/>
          </a:xfrm>
          <a:prstGeom prst="rect">
            <a:avLst/>
          </a:prstGeom>
          <a:noFill/>
          <a:ln>
            <a:noFill/>
          </a:ln>
        </p:spPr>
      </p:pic>
      <p:pic>
        <p:nvPicPr>
          <p:cNvPr id="688" name="Google Shape;688;p30" title="knsf.png"/>
          <p:cNvPicPr preferRelativeResize="0"/>
          <p:nvPr/>
        </p:nvPicPr>
        <p:blipFill>
          <a:blip r:embed="rId6">
            <a:alphaModFix/>
          </a:blip>
          <a:stretch>
            <a:fillRect/>
          </a:stretch>
        </p:blipFill>
        <p:spPr>
          <a:xfrm>
            <a:off x="6272923" y="2023216"/>
            <a:ext cx="938802" cy="521976"/>
          </a:xfrm>
          <a:prstGeom prst="rect">
            <a:avLst/>
          </a:prstGeom>
          <a:noFill/>
          <a:ln>
            <a:noFill/>
          </a:ln>
        </p:spPr>
      </p:pic>
      <p:pic>
        <p:nvPicPr>
          <p:cNvPr id="689" name="Google Shape;689;p30" title="orthof.png"/>
          <p:cNvPicPr preferRelativeResize="0"/>
          <p:nvPr/>
        </p:nvPicPr>
        <p:blipFill>
          <a:blip r:embed="rId7">
            <a:alphaModFix/>
          </a:blip>
          <a:stretch>
            <a:fillRect/>
          </a:stretch>
        </p:blipFill>
        <p:spPr>
          <a:xfrm>
            <a:off x="6437685" y="2746360"/>
            <a:ext cx="609256" cy="609256"/>
          </a:xfrm>
          <a:prstGeom prst="rect">
            <a:avLst/>
          </a:prstGeom>
          <a:noFill/>
          <a:ln>
            <a:noFill/>
          </a:ln>
        </p:spPr>
      </p:pic>
      <p:pic>
        <p:nvPicPr>
          <p:cNvPr id="690" name="Google Shape;690;p30" title="secf.png"/>
          <p:cNvPicPr preferRelativeResize="0"/>
          <p:nvPr/>
        </p:nvPicPr>
        <p:blipFill rotWithShape="1">
          <a:blip r:embed="rId8">
            <a:alphaModFix/>
          </a:blip>
          <a:srcRect b="29866" l="0" r="0" t="26825"/>
          <a:stretch/>
        </p:blipFill>
        <p:spPr>
          <a:xfrm>
            <a:off x="7535825" y="2884051"/>
            <a:ext cx="770894" cy="333875"/>
          </a:xfrm>
          <a:prstGeom prst="rect">
            <a:avLst/>
          </a:prstGeom>
          <a:noFill/>
          <a:ln>
            <a:noFill/>
          </a:ln>
        </p:spPr>
      </p:pic>
      <p:pic>
        <p:nvPicPr>
          <p:cNvPr id="691" name="Google Shape;691;p30" title="keyencef.png"/>
          <p:cNvPicPr preferRelativeResize="0"/>
          <p:nvPr/>
        </p:nvPicPr>
        <p:blipFill rotWithShape="1">
          <a:blip r:embed="rId9">
            <a:alphaModFix/>
          </a:blip>
          <a:srcRect b="27758" l="22493" r="23043" t="31464"/>
          <a:stretch/>
        </p:blipFill>
        <p:spPr>
          <a:xfrm>
            <a:off x="5024590" y="2836425"/>
            <a:ext cx="1091487" cy="42912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